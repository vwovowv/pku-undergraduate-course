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notesMasterIdLst>
    <p:notesMasterId r:id="rId18"/>
  </p:notesMasterIdLst>
  <p:sldIdLst>
    <p:sldId id="282" r:id="rId2"/>
    <p:sldId id="277" r:id="rId3"/>
    <p:sldId id="273" r:id="rId4"/>
    <p:sldId id="257" r:id="rId5"/>
    <p:sldId id="258" r:id="rId6"/>
    <p:sldId id="264" r:id="rId7"/>
    <p:sldId id="263" r:id="rId8"/>
    <p:sldId id="265" r:id="rId9"/>
    <p:sldId id="271" r:id="rId10"/>
    <p:sldId id="266" r:id="rId11"/>
    <p:sldId id="269" r:id="rId12"/>
    <p:sldId id="270" r:id="rId13"/>
    <p:sldId id="262" r:id="rId14"/>
    <p:sldId id="260" r:id="rId15"/>
    <p:sldId id="281" r:id="rId16"/>
    <p:sldId id="28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03"/>
  </p:normalViewPr>
  <p:slideViewPr>
    <p:cSldViewPr showGuides="1">
      <p:cViewPr varScale="1">
        <p:scale>
          <a:sx n="128" d="100"/>
          <a:sy n="128" d="100"/>
        </p:scale>
        <p:origin x="176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C07B4F-BDCE-4F5B-8B5E-E6614DA4C0F3}" type="doc">
      <dgm:prSet loTypeId="urn:microsoft.com/office/officeart/2005/8/layout/process4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E8C74C7C-BB5A-4CDF-9ECE-DE4422D2026B}">
      <dgm:prSet custT="1"/>
      <dgm:spPr/>
      <dgm:t>
        <a:bodyPr/>
        <a:lstStyle/>
        <a:p>
          <a:pPr rtl="0"/>
          <a:r>
            <a: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rPr>
            <a:t>实验题目</a:t>
          </a:r>
        </a:p>
      </dgm:t>
    </dgm:pt>
    <dgm:pt modelId="{F3F771F4-C2DA-491C-A2F9-5243FD55CE35}" type="parTrans" cxnId="{FBE1F791-4D1C-4782-B7C7-28FE650E13AE}">
      <dgm:prSet/>
      <dgm:spPr/>
      <dgm:t>
        <a:bodyPr/>
        <a:lstStyle/>
        <a:p>
          <a:endParaRPr lang="zh-CN" altLang="en-US" sz="1800"/>
        </a:p>
      </dgm:t>
    </dgm:pt>
    <dgm:pt modelId="{77645949-9497-4509-B144-FE36246C4AEA}" type="sibTrans" cxnId="{FBE1F791-4D1C-4782-B7C7-28FE650E13AE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47F0F6D-C276-4D15-AAEC-2EE1358375CC}">
      <dgm:prSet custT="1"/>
      <dgm:spPr/>
      <dgm:t>
        <a:bodyPr/>
        <a:lstStyle/>
        <a:p>
          <a:pPr rtl="0"/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所有组员姓名，学号，</a:t>
          </a:r>
          <a:r>
            <a: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注明组长</a:t>
          </a:r>
        </a:p>
      </dgm:t>
    </dgm:pt>
    <dgm:pt modelId="{354A1F8C-2BF0-458E-A117-54664880FDF7}" type="parTrans" cxnId="{DF531074-E4A5-4C25-BC65-75DDFDAD760C}">
      <dgm:prSet/>
      <dgm:spPr/>
      <dgm:t>
        <a:bodyPr/>
        <a:lstStyle/>
        <a:p>
          <a:endParaRPr lang="zh-CN" altLang="en-US" sz="1800"/>
        </a:p>
      </dgm:t>
    </dgm:pt>
    <dgm:pt modelId="{F4A0F59C-FA80-4D43-8756-AEB5C2EEBA24}" type="sibTrans" cxnId="{DF531074-E4A5-4C25-BC65-75DDFDAD760C}">
      <dgm:prSet/>
      <dgm:spPr/>
      <dgm:t>
        <a:bodyPr/>
        <a:lstStyle/>
        <a:p>
          <a:endParaRPr lang="zh-CN" altLang="en-US" sz="1800"/>
        </a:p>
      </dgm:t>
    </dgm:pt>
    <dgm:pt modelId="{C92C3E61-5CA4-40BD-9EBA-2AF2F77CA9CE}">
      <dgm:prSet custT="1"/>
      <dgm:spPr/>
      <dgm:t>
        <a:bodyPr/>
        <a:lstStyle/>
        <a:p>
          <a:pPr rtl="0"/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摘要</a:t>
          </a:r>
          <a:r>
            <a: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+</a:t>
          </a: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关键词  </a:t>
          </a:r>
        </a:p>
      </dgm:t>
    </dgm:pt>
    <dgm:pt modelId="{2DD0BEF2-CF64-43A9-91ED-C97B1D35E6B5}" type="parTrans" cxnId="{590D41CA-1D93-453B-A7B1-50F857F34A3B}">
      <dgm:prSet/>
      <dgm:spPr/>
      <dgm:t>
        <a:bodyPr/>
        <a:lstStyle/>
        <a:p>
          <a:endParaRPr lang="zh-CN" altLang="en-US" sz="1800"/>
        </a:p>
      </dgm:t>
    </dgm:pt>
    <dgm:pt modelId="{1C1767BC-9144-42AF-B92B-616400581CAC}" type="sibTrans" cxnId="{590D41CA-1D93-453B-A7B1-50F857F34A3B}">
      <dgm:prSet/>
      <dgm:spPr/>
      <dgm:t>
        <a:bodyPr/>
        <a:lstStyle/>
        <a:p>
          <a:endParaRPr lang="zh-CN" altLang="en-US" sz="1800"/>
        </a:p>
      </dgm:t>
    </dgm:pt>
    <dgm:pt modelId="{7F71775E-CC16-4418-9A80-560C62CD6C60}">
      <dgm:prSet custT="1"/>
      <dgm:spPr/>
      <dgm:t>
        <a:bodyPr/>
        <a:lstStyle/>
        <a:p>
          <a:pPr rtl="0"/>
          <a:r>
            <a: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rPr>
            <a:t>正文</a:t>
          </a:r>
        </a:p>
      </dgm:t>
    </dgm:pt>
    <dgm:pt modelId="{B7E8A27A-D801-48DB-850E-E9BA89988BA8}" type="parTrans" cxnId="{E9BE7DD2-87B0-4620-B875-5BAA8B8DD777}">
      <dgm:prSet/>
      <dgm:spPr/>
      <dgm:t>
        <a:bodyPr/>
        <a:lstStyle/>
        <a:p>
          <a:endParaRPr lang="zh-CN" altLang="en-US" sz="1800"/>
        </a:p>
      </dgm:t>
    </dgm:pt>
    <dgm:pt modelId="{D786554F-9E54-4061-AD76-152DA84C4B4D}" type="sibTrans" cxnId="{E9BE7DD2-87B0-4620-B875-5BAA8B8DD777}">
      <dgm:prSet/>
      <dgm:spPr/>
      <dgm:t>
        <a:bodyPr/>
        <a:lstStyle/>
        <a:p>
          <a:endParaRPr lang="zh-CN" altLang="en-US" sz="1800"/>
        </a:p>
      </dgm:t>
    </dgm:pt>
    <dgm:pt modelId="{DD7551BC-ADB1-40E4-AEDE-70FAF4A4A84A}">
      <dgm:prSet custT="1"/>
      <dgm:spPr/>
      <dgm:t>
        <a:bodyPr/>
        <a:lstStyle/>
        <a:p>
          <a:pPr rtl="0"/>
          <a:r>
            <a: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rPr>
            <a:t>致谢</a:t>
          </a:r>
        </a:p>
      </dgm:t>
    </dgm:pt>
    <dgm:pt modelId="{BB95C287-1C70-44DA-9C41-C780A98E8060}" type="parTrans" cxnId="{0040799D-1896-4CE2-BF1C-3E627FDE70F1}">
      <dgm:prSet/>
      <dgm:spPr/>
      <dgm:t>
        <a:bodyPr/>
        <a:lstStyle/>
        <a:p>
          <a:endParaRPr lang="zh-CN" altLang="en-US" sz="1800"/>
        </a:p>
      </dgm:t>
    </dgm:pt>
    <dgm:pt modelId="{2637BC4F-677A-47EF-95D9-0BB6A54CE499}" type="sibTrans" cxnId="{0040799D-1896-4CE2-BF1C-3E627FDE70F1}">
      <dgm:prSet/>
      <dgm:spPr/>
      <dgm:t>
        <a:bodyPr/>
        <a:lstStyle/>
        <a:p>
          <a:endParaRPr lang="zh-CN" altLang="en-US" sz="1800"/>
        </a:p>
      </dgm:t>
    </dgm:pt>
    <dgm:pt modelId="{DF1EB2A7-9638-491E-9C16-7528EED0D579}">
      <dgm:prSet custT="1"/>
      <dgm:spPr/>
      <dgm:t>
        <a:bodyPr/>
        <a:lstStyle/>
        <a:p>
          <a:pPr rtl="0"/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参考文献</a:t>
          </a:r>
        </a:p>
      </dgm:t>
    </dgm:pt>
    <dgm:pt modelId="{B4687B83-F300-4640-83E0-0E872B8C874D}" type="parTrans" cxnId="{A86C364D-BE89-481C-9D9F-1B6E3B95652E}">
      <dgm:prSet/>
      <dgm:spPr/>
      <dgm:t>
        <a:bodyPr/>
        <a:lstStyle/>
        <a:p>
          <a:endParaRPr lang="zh-CN" altLang="en-US" sz="1800"/>
        </a:p>
      </dgm:t>
    </dgm:pt>
    <dgm:pt modelId="{EE799936-D9CB-4379-BDFC-5E7940088852}" type="sibTrans" cxnId="{A86C364D-BE89-481C-9D9F-1B6E3B95652E}">
      <dgm:prSet/>
      <dgm:spPr/>
      <dgm:t>
        <a:bodyPr/>
        <a:lstStyle/>
        <a:p>
          <a:endParaRPr lang="zh-CN" altLang="en-US" sz="1800"/>
        </a:p>
      </dgm:t>
    </dgm:pt>
    <dgm:pt modelId="{C1F12CDA-FF41-4E33-AF5D-A53161A89603}" type="pres">
      <dgm:prSet presAssocID="{0CC07B4F-BDCE-4F5B-8B5E-E6614DA4C0F3}" presName="Name0" presStyleCnt="0">
        <dgm:presLayoutVars>
          <dgm:dir/>
          <dgm:animLvl val="lvl"/>
          <dgm:resizeHandles val="exact"/>
        </dgm:presLayoutVars>
      </dgm:prSet>
      <dgm:spPr/>
    </dgm:pt>
    <dgm:pt modelId="{D47A6EE3-EDB0-44BA-A46D-DEC72B1E8774}" type="pres">
      <dgm:prSet presAssocID="{DF1EB2A7-9638-491E-9C16-7528EED0D579}" presName="boxAndChildren" presStyleCnt="0"/>
      <dgm:spPr/>
    </dgm:pt>
    <dgm:pt modelId="{9AD1635B-29E3-4D71-9C02-A730BD21BB8C}" type="pres">
      <dgm:prSet presAssocID="{DF1EB2A7-9638-491E-9C16-7528EED0D579}" presName="parentTextBox" presStyleLbl="node1" presStyleIdx="0" presStyleCnt="6"/>
      <dgm:spPr/>
    </dgm:pt>
    <dgm:pt modelId="{C09749D6-A102-4DE5-9A20-8267D057DB32}" type="pres">
      <dgm:prSet presAssocID="{2637BC4F-677A-47EF-95D9-0BB6A54CE499}" presName="sp" presStyleCnt="0"/>
      <dgm:spPr/>
    </dgm:pt>
    <dgm:pt modelId="{D4A0ECB2-BFA0-4D35-B26D-42E19943EF22}" type="pres">
      <dgm:prSet presAssocID="{DD7551BC-ADB1-40E4-AEDE-70FAF4A4A84A}" presName="arrowAndChildren" presStyleCnt="0"/>
      <dgm:spPr/>
    </dgm:pt>
    <dgm:pt modelId="{60929706-B6DB-4948-B159-621D2CCA26C9}" type="pres">
      <dgm:prSet presAssocID="{DD7551BC-ADB1-40E4-AEDE-70FAF4A4A84A}" presName="parentTextArrow" presStyleLbl="node1" presStyleIdx="1" presStyleCnt="6"/>
      <dgm:spPr/>
    </dgm:pt>
    <dgm:pt modelId="{239B79A9-75DE-4567-9C25-ABB0061506BE}" type="pres">
      <dgm:prSet presAssocID="{D786554F-9E54-4061-AD76-152DA84C4B4D}" presName="sp" presStyleCnt="0"/>
      <dgm:spPr/>
    </dgm:pt>
    <dgm:pt modelId="{7FCB9564-456F-41A5-BF85-CCD7E7CD5425}" type="pres">
      <dgm:prSet presAssocID="{7F71775E-CC16-4418-9A80-560C62CD6C60}" presName="arrowAndChildren" presStyleCnt="0"/>
      <dgm:spPr/>
    </dgm:pt>
    <dgm:pt modelId="{A8FC3C57-9A9F-4D5D-B2EE-5941194984FE}" type="pres">
      <dgm:prSet presAssocID="{7F71775E-CC16-4418-9A80-560C62CD6C60}" presName="parentTextArrow" presStyleLbl="node1" presStyleIdx="2" presStyleCnt="6" custLinFactNeighborX="1773"/>
      <dgm:spPr/>
    </dgm:pt>
    <dgm:pt modelId="{44393082-41B8-4037-8AA7-45AE4A5CBBC6}" type="pres">
      <dgm:prSet presAssocID="{1C1767BC-9144-42AF-B92B-616400581CAC}" presName="sp" presStyleCnt="0"/>
      <dgm:spPr/>
    </dgm:pt>
    <dgm:pt modelId="{6DF62CDA-FF2C-4E01-ACE0-393372FE1BCD}" type="pres">
      <dgm:prSet presAssocID="{C92C3E61-5CA4-40BD-9EBA-2AF2F77CA9CE}" presName="arrowAndChildren" presStyleCnt="0"/>
      <dgm:spPr/>
    </dgm:pt>
    <dgm:pt modelId="{7B312C61-F7D5-42B1-800E-0B6707B9B603}" type="pres">
      <dgm:prSet presAssocID="{C92C3E61-5CA4-40BD-9EBA-2AF2F77CA9CE}" presName="parentTextArrow" presStyleLbl="node1" presStyleIdx="3" presStyleCnt="6" custLinFactNeighborX="-1696" custLinFactNeighborY="-1277"/>
      <dgm:spPr/>
    </dgm:pt>
    <dgm:pt modelId="{4BAD9695-8482-47EE-B44C-5C97214C256F}" type="pres">
      <dgm:prSet presAssocID="{F4A0F59C-FA80-4D43-8756-AEB5C2EEBA24}" presName="sp" presStyleCnt="0"/>
      <dgm:spPr/>
    </dgm:pt>
    <dgm:pt modelId="{6C9E99F1-8DA4-46D9-91E9-03B30550AAD3}" type="pres">
      <dgm:prSet presAssocID="{747F0F6D-C276-4D15-AAEC-2EE1358375CC}" presName="arrowAndChildren" presStyleCnt="0"/>
      <dgm:spPr/>
    </dgm:pt>
    <dgm:pt modelId="{1F1E2736-831E-4DD8-B34C-FC4A569C32FA}" type="pres">
      <dgm:prSet presAssocID="{747F0F6D-C276-4D15-AAEC-2EE1358375CC}" presName="parentTextArrow" presStyleLbl="node1" presStyleIdx="4" presStyleCnt="6"/>
      <dgm:spPr/>
    </dgm:pt>
    <dgm:pt modelId="{507D218F-1A5F-4102-8806-DEC9A49ABF4E}" type="pres">
      <dgm:prSet presAssocID="{77645949-9497-4509-B144-FE36246C4AEA}" presName="sp" presStyleCnt="0"/>
      <dgm:spPr/>
    </dgm:pt>
    <dgm:pt modelId="{B4740AED-FDD3-4884-8C15-6AF8787728C7}" type="pres">
      <dgm:prSet presAssocID="{E8C74C7C-BB5A-4CDF-9ECE-DE4422D2026B}" presName="arrowAndChildren" presStyleCnt="0"/>
      <dgm:spPr/>
    </dgm:pt>
    <dgm:pt modelId="{C5FD3E79-360B-4E38-AA64-1AE0E56857F6}" type="pres">
      <dgm:prSet presAssocID="{E8C74C7C-BB5A-4CDF-9ECE-DE4422D2026B}" presName="parentTextArrow" presStyleLbl="node1" presStyleIdx="5" presStyleCnt="6" custLinFactNeighborX="1773"/>
      <dgm:spPr/>
    </dgm:pt>
  </dgm:ptLst>
  <dgm:cxnLst>
    <dgm:cxn modelId="{FD20ED1D-5485-4C8A-8495-7FE87DCB9E99}" type="presOf" srcId="{0CC07B4F-BDCE-4F5B-8B5E-E6614DA4C0F3}" destId="{C1F12CDA-FF41-4E33-AF5D-A53161A89603}" srcOrd="0" destOrd="0" presId="urn:microsoft.com/office/officeart/2005/8/layout/process4"/>
    <dgm:cxn modelId="{CB5EE827-AB8E-46CA-8F9F-79090617BAF6}" type="presOf" srcId="{DD7551BC-ADB1-40E4-AEDE-70FAF4A4A84A}" destId="{60929706-B6DB-4948-B159-621D2CCA26C9}" srcOrd="0" destOrd="0" presId="urn:microsoft.com/office/officeart/2005/8/layout/process4"/>
    <dgm:cxn modelId="{CA66364C-2D35-4AA2-9A11-D21984D31C48}" type="presOf" srcId="{DF1EB2A7-9638-491E-9C16-7528EED0D579}" destId="{9AD1635B-29E3-4D71-9C02-A730BD21BB8C}" srcOrd="0" destOrd="0" presId="urn:microsoft.com/office/officeart/2005/8/layout/process4"/>
    <dgm:cxn modelId="{A86C364D-BE89-481C-9D9F-1B6E3B95652E}" srcId="{0CC07B4F-BDCE-4F5B-8B5E-E6614DA4C0F3}" destId="{DF1EB2A7-9638-491E-9C16-7528EED0D579}" srcOrd="5" destOrd="0" parTransId="{B4687B83-F300-4640-83E0-0E872B8C874D}" sibTransId="{EE799936-D9CB-4379-BDFC-5E7940088852}"/>
    <dgm:cxn modelId="{0CABAF69-FC88-49CA-B235-65119EB0CB57}" type="presOf" srcId="{E8C74C7C-BB5A-4CDF-9ECE-DE4422D2026B}" destId="{C5FD3E79-360B-4E38-AA64-1AE0E56857F6}" srcOrd="0" destOrd="0" presId="urn:microsoft.com/office/officeart/2005/8/layout/process4"/>
    <dgm:cxn modelId="{DF531074-E4A5-4C25-BC65-75DDFDAD760C}" srcId="{0CC07B4F-BDCE-4F5B-8B5E-E6614DA4C0F3}" destId="{747F0F6D-C276-4D15-AAEC-2EE1358375CC}" srcOrd="1" destOrd="0" parTransId="{354A1F8C-2BF0-458E-A117-54664880FDF7}" sibTransId="{F4A0F59C-FA80-4D43-8756-AEB5C2EEBA24}"/>
    <dgm:cxn modelId="{4B5D988F-7E00-48DD-8AC3-CE2681072709}" type="presOf" srcId="{C92C3E61-5CA4-40BD-9EBA-2AF2F77CA9CE}" destId="{7B312C61-F7D5-42B1-800E-0B6707B9B603}" srcOrd="0" destOrd="0" presId="urn:microsoft.com/office/officeart/2005/8/layout/process4"/>
    <dgm:cxn modelId="{FBE1F791-4D1C-4782-B7C7-28FE650E13AE}" srcId="{0CC07B4F-BDCE-4F5B-8B5E-E6614DA4C0F3}" destId="{E8C74C7C-BB5A-4CDF-9ECE-DE4422D2026B}" srcOrd="0" destOrd="0" parTransId="{F3F771F4-C2DA-491C-A2F9-5243FD55CE35}" sibTransId="{77645949-9497-4509-B144-FE36246C4AEA}"/>
    <dgm:cxn modelId="{0040799D-1896-4CE2-BF1C-3E627FDE70F1}" srcId="{0CC07B4F-BDCE-4F5B-8B5E-E6614DA4C0F3}" destId="{DD7551BC-ADB1-40E4-AEDE-70FAF4A4A84A}" srcOrd="4" destOrd="0" parTransId="{BB95C287-1C70-44DA-9C41-C780A98E8060}" sibTransId="{2637BC4F-677A-47EF-95D9-0BB6A54CE499}"/>
    <dgm:cxn modelId="{B4E835C3-1981-4F3C-AC07-72B2742CDAE0}" type="presOf" srcId="{7F71775E-CC16-4418-9A80-560C62CD6C60}" destId="{A8FC3C57-9A9F-4D5D-B2EE-5941194984FE}" srcOrd="0" destOrd="0" presId="urn:microsoft.com/office/officeart/2005/8/layout/process4"/>
    <dgm:cxn modelId="{590D41CA-1D93-453B-A7B1-50F857F34A3B}" srcId="{0CC07B4F-BDCE-4F5B-8B5E-E6614DA4C0F3}" destId="{C92C3E61-5CA4-40BD-9EBA-2AF2F77CA9CE}" srcOrd="2" destOrd="0" parTransId="{2DD0BEF2-CF64-43A9-91ED-C97B1D35E6B5}" sibTransId="{1C1767BC-9144-42AF-B92B-616400581CAC}"/>
    <dgm:cxn modelId="{E9BE7DD2-87B0-4620-B875-5BAA8B8DD777}" srcId="{0CC07B4F-BDCE-4F5B-8B5E-E6614DA4C0F3}" destId="{7F71775E-CC16-4418-9A80-560C62CD6C60}" srcOrd="3" destOrd="0" parTransId="{B7E8A27A-D801-48DB-850E-E9BA89988BA8}" sibTransId="{D786554F-9E54-4061-AD76-152DA84C4B4D}"/>
    <dgm:cxn modelId="{0FBD44F6-0FB2-4E96-9845-64BB4C35D41E}" type="presOf" srcId="{747F0F6D-C276-4D15-AAEC-2EE1358375CC}" destId="{1F1E2736-831E-4DD8-B34C-FC4A569C32FA}" srcOrd="0" destOrd="0" presId="urn:microsoft.com/office/officeart/2005/8/layout/process4"/>
    <dgm:cxn modelId="{D3277CFB-8DB0-415B-B4CB-1D154A2B0177}" type="presParOf" srcId="{C1F12CDA-FF41-4E33-AF5D-A53161A89603}" destId="{D47A6EE3-EDB0-44BA-A46D-DEC72B1E8774}" srcOrd="0" destOrd="0" presId="urn:microsoft.com/office/officeart/2005/8/layout/process4"/>
    <dgm:cxn modelId="{7CC2CC05-B604-4088-AB7A-73FA6C902F21}" type="presParOf" srcId="{D47A6EE3-EDB0-44BA-A46D-DEC72B1E8774}" destId="{9AD1635B-29E3-4D71-9C02-A730BD21BB8C}" srcOrd="0" destOrd="0" presId="urn:microsoft.com/office/officeart/2005/8/layout/process4"/>
    <dgm:cxn modelId="{D2B9B48B-FA21-4E2E-A00C-7FFAB257E883}" type="presParOf" srcId="{C1F12CDA-FF41-4E33-AF5D-A53161A89603}" destId="{C09749D6-A102-4DE5-9A20-8267D057DB32}" srcOrd="1" destOrd="0" presId="urn:microsoft.com/office/officeart/2005/8/layout/process4"/>
    <dgm:cxn modelId="{13FF45A9-EB07-4FE8-A207-24CF80979C97}" type="presParOf" srcId="{C1F12CDA-FF41-4E33-AF5D-A53161A89603}" destId="{D4A0ECB2-BFA0-4D35-B26D-42E19943EF22}" srcOrd="2" destOrd="0" presId="urn:microsoft.com/office/officeart/2005/8/layout/process4"/>
    <dgm:cxn modelId="{7BE83F81-F1E3-474B-99C0-35C27AD7FADB}" type="presParOf" srcId="{D4A0ECB2-BFA0-4D35-B26D-42E19943EF22}" destId="{60929706-B6DB-4948-B159-621D2CCA26C9}" srcOrd="0" destOrd="0" presId="urn:microsoft.com/office/officeart/2005/8/layout/process4"/>
    <dgm:cxn modelId="{06D8E1AD-42F6-4103-8C33-696605030716}" type="presParOf" srcId="{C1F12CDA-FF41-4E33-AF5D-A53161A89603}" destId="{239B79A9-75DE-4567-9C25-ABB0061506BE}" srcOrd="3" destOrd="0" presId="urn:microsoft.com/office/officeart/2005/8/layout/process4"/>
    <dgm:cxn modelId="{85F2C989-1BD7-4349-B894-5AEBD30F7535}" type="presParOf" srcId="{C1F12CDA-FF41-4E33-AF5D-A53161A89603}" destId="{7FCB9564-456F-41A5-BF85-CCD7E7CD5425}" srcOrd="4" destOrd="0" presId="urn:microsoft.com/office/officeart/2005/8/layout/process4"/>
    <dgm:cxn modelId="{7AB72499-929D-4631-B5EB-4E073F6EE3D0}" type="presParOf" srcId="{7FCB9564-456F-41A5-BF85-CCD7E7CD5425}" destId="{A8FC3C57-9A9F-4D5D-B2EE-5941194984FE}" srcOrd="0" destOrd="0" presId="urn:microsoft.com/office/officeart/2005/8/layout/process4"/>
    <dgm:cxn modelId="{6E1DD600-980C-421A-827C-6F1866121BCD}" type="presParOf" srcId="{C1F12CDA-FF41-4E33-AF5D-A53161A89603}" destId="{44393082-41B8-4037-8AA7-45AE4A5CBBC6}" srcOrd="5" destOrd="0" presId="urn:microsoft.com/office/officeart/2005/8/layout/process4"/>
    <dgm:cxn modelId="{BE196ABD-E8E3-4043-A08C-672D56A13D12}" type="presParOf" srcId="{C1F12CDA-FF41-4E33-AF5D-A53161A89603}" destId="{6DF62CDA-FF2C-4E01-ACE0-393372FE1BCD}" srcOrd="6" destOrd="0" presId="urn:microsoft.com/office/officeart/2005/8/layout/process4"/>
    <dgm:cxn modelId="{1A2DBD56-C616-4338-98B7-0D80650AC849}" type="presParOf" srcId="{6DF62CDA-FF2C-4E01-ACE0-393372FE1BCD}" destId="{7B312C61-F7D5-42B1-800E-0B6707B9B603}" srcOrd="0" destOrd="0" presId="urn:microsoft.com/office/officeart/2005/8/layout/process4"/>
    <dgm:cxn modelId="{0A352A2A-2860-4015-B4CB-B6C5228A26EF}" type="presParOf" srcId="{C1F12CDA-FF41-4E33-AF5D-A53161A89603}" destId="{4BAD9695-8482-47EE-B44C-5C97214C256F}" srcOrd="7" destOrd="0" presId="urn:microsoft.com/office/officeart/2005/8/layout/process4"/>
    <dgm:cxn modelId="{F833A0F5-783F-489D-932D-7F7074DA0914}" type="presParOf" srcId="{C1F12CDA-FF41-4E33-AF5D-A53161A89603}" destId="{6C9E99F1-8DA4-46D9-91E9-03B30550AAD3}" srcOrd="8" destOrd="0" presId="urn:microsoft.com/office/officeart/2005/8/layout/process4"/>
    <dgm:cxn modelId="{B9B05BF4-EDB4-47D4-985D-02FB0A18F679}" type="presParOf" srcId="{6C9E99F1-8DA4-46D9-91E9-03B30550AAD3}" destId="{1F1E2736-831E-4DD8-B34C-FC4A569C32FA}" srcOrd="0" destOrd="0" presId="urn:microsoft.com/office/officeart/2005/8/layout/process4"/>
    <dgm:cxn modelId="{C93E71E7-694B-445E-A69F-EFB818C42D6C}" type="presParOf" srcId="{C1F12CDA-FF41-4E33-AF5D-A53161A89603}" destId="{507D218F-1A5F-4102-8806-DEC9A49ABF4E}" srcOrd="9" destOrd="0" presId="urn:microsoft.com/office/officeart/2005/8/layout/process4"/>
    <dgm:cxn modelId="{E7475AD4-6ECF-4935-ADF8-136E829238EA}" type="presParOf" srcId="{C1F12CDA-FF41-4E33-AF5D-A53161A89603}" destId="{B4740AED-FDD3-4884-8C15-6AF8787728C7}" srcOrd="10" destOrd="0" presId="urn:microsoft.com/office/officeart/2005/8/layout/process4"/>
    <dgm:cxn modelId="{359BD417-1477-411E-B37C-71A25315718C}" type="presParOf" srcId="{B4740AED-FDD3-4884-8C15-6AF8787728C7}" destId="{C5FD3E79-360B-4E38-AA64-1AE0E56857F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1635B-29E3-4D71-9C02-A730BD21BB8C}">
      <dsp:nvSpPr>
        <dsp:cNvPr id="0" name=""/>
        <dsp:cNvSpPr/>
      </dsp:nvSpPr>
      <dsp:spPr>
        <a:xfrm>
          <a:off x="0" y="3837655"/>
          <a:ext cx="4492340" cy="5036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参考文献</a:t>
          </a:r>
        </a:p>
      </dsp:txBody>
      <dsp:txXfrm>
        <a:off x="0" y="3837655"/>
        <a:ext cx="4492340" cy="503690"/>
      </dsp:txXfrm>
    </dsp:sp>
    <dsp:sp modelId="{60929706-B6DB-4948-B159-621D2CCA26C9}">
      <dsp:nvSpPr>
        <dsp:cNvPr id="0" name=""/>
        <dsp:cNvSpPr/>
      </dsp:nvSpPr>
      <dsp:spPr>
        <a:xfrm rot="10800000">
          <a:off x="0" y="3070535"/>
          <a:ext cx="4492340" cy="774675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致谢</a:t>
          </a:r>
        </a:p>
      </dsp:txBody>
      <dsp:txXfrm rot="10800000">
        <a:off x="0" y="3070535"/>
        <a:ext cx="4492340" cy="503361"/>
      </dsp:txXfrm>
    </dsp:sp>
    <dsp:sp modelId="{A8FC3C57-9A9F-4D5D-B2EE-5941194984FE}">
      <dsp:nvSpPr>
        <dsp:cNvPr id="0" name=""/>
        <dsp:cNvSpPr/>
      </dsp:nvSpPr>
      <dsp:spPr>
        <a:xfrm rot="10800000">
          <a:off x="0" y="2303414"/>
          <a:ext cx="4492340" cy="774675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正文</a:t>
          </a:r>
        </a:p>
      </dsp:txBody>
      <dsp:txXfrm rot="10800000">
        <a:off x="0" y="2303414"/>
        <a:ext cx="4492340" cy="503361"/>
      </dsp:txXfrm>
    </dsp:sp>
    <dsp:sp modelId="{7B312C61-F7D5-42B1-800E-0B6707B9B603}">
      <dsp:nvSpPr>
        <dsp:cNvPr id="0" name=""/>
        <dsp:cNvSpPr/>
      </dsp:nvSpPr>
      <dsp:spPr>
        <a:xfrm rot="10800000">
          <a:off x="0" y="1526402"/>
          <a:ext cx="4492340" cy="774675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摘要</a:t>
          </a:r>
          <a:r>
            <a:rPr lang="en-US" altLang="zh-CN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+</a:t>
          </a: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关键词  </a:t>
          </a:r>
        </a:p>
      </dsp:txBody>
      <dsp:txXfrm rot="10800000">
        <a:off x="0" y="1526402"/>
        <a:ext cx="4492340" cy="503361"/>
      </dsp:txXfrm>
    </dsp:sp>
    <dsp:sp modelId="{1F1E2736-831E-4DD8-B34C-FC4A569C32FA}">
      <dsp:nvSpPr>
        <dsp:cNvPr id="0" name=""/>
        <dsp:cNvSpPr/>
      </dsp:nvSpPr>
      <dsp:spPr>
        <a:xfrm rot="10800000">
          <a:off x="0" y="769174"/>
          <a:ext cx="4492340" cy="774675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所有组员姓名，学号，</a:t>
          </a:r>
          <a:r>
            <a:rPr lang="zh-CN" altLang="en-US" sz="20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注明组长</a:t>
          </a:r>
        </a:p>
      </dsp:txBody>
      <dsp:txXfrm rot="10800000">
        <a:off x="0" y="769174"/>
        <a:ext cx="4492340" cy="503361"/>
      </dsp:txXfrm>
    </dsp:sp>
    <dsp:sp modelId="{C5FD3E79-360B-4E38-AA64-1AE0E56857F6}">
      <dsp:nvSpPr>
        <dsp:cNvPr id="0" name=""/>
        <dsp:cNvSpPr/>
      </dsp:nvSpPr>
      <dsp:spPr>
        <a:xfrm rot="10800000">
          <a:off x="0" y="2054"/>
          <a:ext cx="4492340" cy="774675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实验题目</a:t>
          </a:r>
        </a:p>
      </dsp:txBody>
      <dsp:txXfrm rot="10800000">
        <a:off x="0" y="2054"/>
        <a:ext cx="4492340" cy="5033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2DA4D579-643D-42AC-8014-2E8B5EE94FA3}" type="datetimeFigureOut">
              <a:rPr lang="zh-CN" altLang="en-US"/>
              <a:pPr>
                <a:defRPr/>
              </a:pPr>
              <a:t>2024/12/4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0F3E832E-BEB1-4CC6-9253-66BA4D547C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161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1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043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729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906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7A830F-C977-4108-A07A-2B81B7474FFB}" type="slidenum">
              <a:rPr lang="zh-CN" altLang="en-US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422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49B953-301D-4C61-9A59-F1C2AAB989C7}" type="slidenum">
              <a:rPr lang="zh-CN" altLang="en-US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027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A299A5-5BF3-42A5-86C1-7A5A37D224BF}" type="slidenum">
              <a:rPr lang="zh-CN" altLang="en-US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173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E8E7B8-31B5-42F9-8625-A89D35299390}" type="slidenum">
              <a:rPr lang="zh-CN" altLang="en-US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659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A299A5-5BF3-42A5-86C1-7A5A37D224BF}" type="slidenum">
              <a:rPr lang="zh-CN" altLang="en-US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00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A299A5-5BF3-42A5-86C1-7A5A37D224BF}" type="slidenum">
              <a:rPr lang="zh-CN" altLang="en-US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812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05A2F-EF7B-4DB0-B116-2B728C9CA76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2168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9846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3E9F57-B734-4340-9880-4AF467AB767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393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C7660F-78B6-4B11-A3F7-CA365CD4FC5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608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91A77F-33BA-4EAE-B12E-6549202C233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072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34193F-D480-4DC5-88E1-D06A83766A7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839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720A8-0A69-458F-B70D-ADC27A764E6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203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170A86-1265-44A0-9196-E56AD3DCC72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217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F67F75-C47C-41CD-9F34-B0328177D88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304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AF87A7-F70A-40D8-954A-282F6CD4FF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0735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A1E29-9E33-4A83-9D8B-4804A3C6848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559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6A1E29-9E33-4A83-9D8B-4804A3C6848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文本框 6"/>
          <p:cNvSpPr txBox="1"/>
          <p:nvPr userDrawn="1"/>
        </p:nvSpPr>
        <p:spPr>
          <a:xfrm rot="19976563">
            <a:off x="3545525" y="2635961"/>
            <a:ext cx="487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生物化学实验</a:t>
            </a:r>
          </a:p>
        </p:txBody>
      </p:sp>
    </p:spTree>
    <p:extLst>
      <p:ext uri="{BB962C8B-B14F-4D97-AF65-F5344CB8AC3E}">
        <p14:creationId xmlns:p14="http://schemas.microsoft.com/office/powerpoint/2010/main" val="246174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81000"/>
            <a:ext cx="8001000" cy="121443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开放探索性实验报告要求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211250" y="2133600"/>
            <a:ext cx="9769500" cy="3810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建议：小组分工，讨论确定好实验报告的格式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推荐使用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腾讯文档多人在线编辑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文档的方式进行，可多人在线编辑，小组成员协同作业，方便检查报告里的格式错误及排版调整格式等，提高报告撰写和格式调整的效率。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腾讯文档下载地址：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https://docs.qq.com/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795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81000"/>
            <a:ext cx="8001000" cy="121443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开放探索性实验报告要求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279500" y="1828800"/>
            <a:ext cx="9633000" cy="4572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开放探索性实验撰写综合实验报告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4/5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人大组合作完成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份实验报告，建议使用腾讯文档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提交报告时间：最后一次课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讨论分享总结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上课前，交电子版和纸质版报告。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电子版报告提交至教学网，纸质版报告上课时提交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纸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质版提交实验报告同时，由组长附上实验小组分工情况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要求：按截止时间提交电子版和纸质版，逾期不交，根据情节酌情扣分；报告一经提交不再接收修改版本。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408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792809" y="609600"/>
            <a:ext cx="6606381" cy="121443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综合实验报告基本书写要求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263600" y="1600200"/>
            <a:ext cx="9633000" cy="2895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  <a:defRPr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7800" y="2057400"/>
            <a:ext cx="92964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实验题目（宋体，四号，加粗）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学号；同组的姓名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学号（宋体，小四号，加粗）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正文字体采用宋体，五号，正文的标题字体可用宋体，五号，加粗</a:t>
            </a:r>
          </a:p>
          <a:p>
            <a:pPr algn="ctr"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具体要求见后</a:t>
            </a:r>
          </a:p>
        </p:txBody>
      </p:sp>
    </p:spTree>
    <p:extLst>
      <p:ext uri="{BB962C8B-B14F-4D97-AF65-F5344CB8AC3E}">
        <p14:creationId xmlns:p14="http://schemas.microsoft.com/office/powerpoint/2010/main" val="252558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869009" y="385762"/>
            <a:ext cx="6453981" cy="121443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综合实验报告书写要求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263600" y="1600200"/>
            <a:ext cx="9861600" cy="47561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实验报告以科研期刊论文的格式撰写，图要插在正文中，限定在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3000~5000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字，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页以内</a:t>
            </a: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页包括正文中的图表，相关附件不包括在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页里）。</a:t>
            </a:r>
            <a:endParaRPr lang="en-US" altLang="zh-CN" sz="19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实验报告要求论点明确、数据可靠、结构严密、层次清楚、文字精练。应包括题目、作者、摘要、关键词、正文（包括材料、方法、结果、讨论等）、参考文献等。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4/5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人大组合作完成完整的实验报告，要求独自组织语言，制作图表，不得成段粘贴或抄袭，严禁伪造数据。</a:t>
            </a:r>
            <a:endParaRPr lang="en-US" altLang="zh-CN" sz="1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书面语言规范、专业。</a:t>
            </a:r>
            <a:endParaRPr lang="en-US" altLang="zh-CN" sz="1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  <a:defRPr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注意：综合实验是一个整体，按照要求完成一个完整的实验报告，而不是分成几个小实验来写，每一部分也是按照一个整体来写；页数严格按照要求，培养科研论文的写作能力。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4854"/>
            <a:ext cx="10515600" cy="1325563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实验报告的格式</a:t>
            </a:r>
          </a:p>
        </p:txBody>
      </p:sp>
      <p:graphicFrame>
        <p:nvGraphicFramePr>
          <p:cNvPr id="2" name="内容占位符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4825096"/>
              </p:ext>
            </p:extLst>
          </p:nvPr>
        </p:nvGraphicFramePr>
        <p:xfrm>
          <a:off x="1371600" y="1568517"/>
          <a:ext cx="449234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43800" y="2889786"/>
            <a:ext cx="2362200" cy="24442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引言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材料和方法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结果与数据处理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讨论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结论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73301" y="6172200"/>
            <a:ext cx="61606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注意：实验报告按照以上格式完成，内容缺一不可。</a:t>
            </a:r>
          </a:p>
        </p:txBody>
      </p:sp>
      <p:sp>
        <p:nvSpPr>
          <p:cNvPr id="5" name="右箭头 4"/>
          <p:cNvSpPr/>
          <p:nvPr/>
        </p:nvSpPr>
        <p:spPr>
          <a:xfrm>
            <a:off x="6324600" y="3962400"/>
            <a:ext cx="762000" cy="29898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99619" y="461962"/>
            <a:ext cx="5592762" cy="121443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摘  要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41400" y="1790700"/>
            <a:ext cx="9709200" cy="445135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摘要以第三人称撰写，是对论文内容不加注释和评论的简短客观陈述，应具有独立性，即脱离全文而不影响理解，内容包括目的、方法、结果、结论等，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简单描述实验的背景、目的、方法，重点描述该实验得到的主要结果和结论</a:t>
            </a:r>
            <a:r>
              <a:rPr lang="zh-CN" altLang="en-US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，不要随意从文章中摘出几句或只是重复结论，不要使用图、表、化学结构式、非公知公用的符号和术语，也不要出现参考文献序号。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要求摘要不分段落，一般不超过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字。</a:t>
            </a:r>
            <a:endParaRPr lang="en-US" altLang="zh-CN" sz="2400" b="1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特别提醒：摘要内容完整，</a:t>
            </a:r>
            <a:r>
              <a:rPr lang="zh-CN" altLang="zh-CN" sz="24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包含实验的主要结果和结论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2400" b="1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99619" y="766762"/>
            <a:ext cx="5592762" cy="121443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416000" y="2286000"/>
            <a:ext cx="9360000" cy="19050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关键词应紧扣文章主题的所有内容，尽可能专业规范，不要使用不够专一或太宽泛的词汇以及自定义的缩略语、缩写字作为关键词，也不应随意造词。通常以提供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4~6</a:t>
            </a:r>
            <a:r>
              <a:rPr lang="zh-CN" altLang="en-US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个关键词为宜。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99619" y="538162"/>
            <a:ext cx="5592762" cy="121443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  文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17600" y="2286000"/>
            <a:ext cx="9556800" cy="28956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应以描述文章重要性的简短引言开始。符号、简略词汇或首字母缩略词在第一次出现时应有定义。所有的图和表应按文中提到的顺序编号。</a:t>
            </a:r>
            <a:endParaRPr lang="en-US" altLang="zh-CN" sz="24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0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 注意：严格按照期刊论文的格式撰写，不要出现实验目的、实验原理等小标题。</a:t>
            </a:r>
            <a:r>
              <a:rPr lang="en-US" altLang="zh-CN" sz="20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99619" y="995362"/>
            <a:ext cx="5592762" cy="121443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  言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416000" y="2362200"/>
            <a:ext cx="9360000" cy="32400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应概述本实验的理论基础，给出简明的理论或研究背景，无须对主题展开广泛的文献复习，引言的关键是明确实验目的，所有使用的素材需围绕提出本工作的目的而展开。引言不加小标题，一般不超过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en-US" altLang="zh-CN" sz="2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字。</a:t>
            </a:r>
            <a:endParaRPr lang="en-US" altLang="zh-CN" sz="2400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注意：实验目的和原理部分在此体现。</a:t>
            </a:r>
            <a:endParaRPr lang="en-US" altLang="zh-CN" sz="2400" b="1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066800" y="1880937"/>
            <a:ext cx="1012200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材料和方法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材料和试剂    包括主要实验材料、试剂、仪器等，常用试剂不必列出，试剂配方简写（如缓冲液的配方只需写出化学试剂的名称、浓度和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即可）。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    方法叙述尽量简明扼要，一般方法可引文献，以简单文字描述说明实验方法，不需列出操作表格，重要实验条件需要写出，如离心条件、凝胶浓度等。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1.2.1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1.2.2  ……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如上所示，正文从材料和方法开始使用阿拉伯数字进行节编号，注意编号分级，前边数字为上级章节的序号，后一数字为本节的顺序号，不允许其他形式的编号出现。</a:t>
            </a:r>
            <a:endParaRPr kumimoji="1"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76600" y="381000"/>
            <a:ext cx="5638800" cy="1371600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材料和方法</a:t>
            </a:r>
            <a:endParaRPr lang="en-US" altLang="zh-CN" sz="4000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720A8-0A69-458F-B70D-ADC27A764E69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914400" y="1447800"/>
            <a:ext cx="10439400" cy="47551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Tx/>
              <a:buAutoNum type="arabicPlain" startAt="2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结果与数据处理  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kumimoji="1"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实验顺序描述（如数据处理需要，顺序可做适当调整），可用图表、公式表述实验结果和数据处理，不要重复方法中的实验过程。所有图表应附图表题名，按照“文先图后”的原则插在正文内。图表注依次使用图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，图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。图的大小约为宽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cm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，高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cm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。图中文字、符号、数据点、纵横坐标中的标值、标值线必须清楚。公式以阿拉伯数字连续编号，并用圆括号括起，置于公式右侧。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 ……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重要提醒：实验结果必须提供原始数据，以表格形式列出并插入正文，表格中标明数据的名称、加样量等，而不是简单列出实验仪器得到的一堆数字；实验数据不要标在图上。</a:t>
            </a:r>
            <a:endParaRPr kumimoji="1"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99619" y="304800"/>
            <a:ext cx="5592762" cy="121443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结果与数据处理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720A8-0A69-458F-B70D-ADC27A764E69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066800" y="1752600"/>
            <a:ext cx="101346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AutoNum type="arabicPlain" startAt="3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   </a:t>
            </a:r>
            <a:r>
              <a:rPr kumimoji="1"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重点对实验结果进行讨论，应说明实验过程中的不足之处，并分析对结果可能产生的影响；不要做文献综述，重复已在引言或结果中描述过的数据或其他资料，同时避免写成注意事项；结合文献对结果进行讨论。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Tx/>
              <a:buAutoNum type="arabicPlain" startAt="4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    </a:t>
            </a:r>
            <a:endParaRPr kumimoji="1"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将实验结论统一列出。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99619" y="457200"/>
            <a:ext cx="5592762" cy="121443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讨论及结论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720A8-0A69-458F-B70D-ADC27A764E69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416000" y="914400"/>
            <a:ext cx="93600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致谢：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向对本文有帮助的老师、助教和同学表示谢意。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  <a:endParaRPr kumimoji="1"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只引用</a:t>
            </a: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参考教材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亲自读过的主要文献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，鉴于课程的特点，可以把课件和慕课列出。参考教材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基础生物化学实验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生物化学实验原理和方法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（第二版）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必选其一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参考文献的编号应按照在正文中首次出现的先后次序，连续排列，在正文中引用的参考文献号码用阿拉伯数字加括号表示。</a:t>
            </a:r>
            <a:endParaRPr kumimoji="1"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英文文章题目中，首词和专有名词的首字母大写，其余一律小写。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每条文献中各项必须齐全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请注意标点的正确使用，并要特别注意以下容易忽略的项目：书和论文集的出版城市及出版社，起止页码等。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720A8-0A69-458F-B70D-ADC27A764E69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914400" y="1272838"/>
            <a:ext cx="103632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kumimoji="1"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参考文献示例</a:t>
            </a:r>
            <a:r>
              <a:rPr kumimoji="1"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各类参考文献条目的编排格式及示例如下：</a:t>
            </a:r>
            <a:b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专著：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主要责任者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题名［文献类型标志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].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版本项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出版地：出版者，出版年：引文页码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b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］王凤山，凌沛学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生化药物研究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[M].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北京：人民卫生出版社，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1997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12-13. 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kumimoji="1"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注：教材等专著引用时必须写清楚引用的页码起止范围。</a:t>
            </a:r>
            <a:endParaRPr kumimoji="1"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kumimoji="1"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连续出版物：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主要责任者．题名［文献类型标志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].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连续出版物题名，年，卷（期）：页码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b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］范俊虎，李汉卿，张丽增，等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人尿胰蛋白酶抑制剂的快速纯化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[J].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中国生化药物杂志，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2001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271-274.</a:t>
            </a:r>
            <a:b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Marheineke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Krude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T. Nucleosome assembly activity and intracellular localization of human CAF 1 changes during the cell division cycle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]. J 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Biol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Chem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1998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273(24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15279-15286.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720A8-0A69-458F-B70D-ADC27A764E69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066800" y="1752600"/>
            <a:ext cx="10134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单位符号使用错误或不规范：正确使用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μg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mL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μL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kD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kDa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等；酶活力单位用𝝁𝐦𝐨𝐥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𝐦𝐢𝐧而不是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重要提醒：实验结果必须有单位，单位书写正规，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使用合理，如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5.5 mg/mL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5.5 x10</a:t>
            </a:r>
            <a:r>
              <a:rPr lang="en-US" altLang="zh-CN" sz="20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μg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/mL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5500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μg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/mL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；注意有效数字位数；</a:t>
            </a: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书写规范：英文首字母大小写，如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Western blot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；专业英文词汇大小写，如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SDS-PAGE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；尽量使用专业名词，如相对分子质量而非分子量，可调式移液器而非“枪”或“加样枪”等；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实验题目不规范，甚至有明显错误；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图的正下方没有图的序号和图的标题；表的正上方没有表的序号和表的标题；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602309" y="538163"/>
            <a:ext cx="6987381" cy="121443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实验报告中常见的错误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720A8-0A69-458F-B70D-ADC27A764E69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3371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028700" y="1981200"/>
            <a:ext cx="10134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不提供实验的原始数据（如蛋白质含量测定，需提供原始数据），或者给出一堆数据但未标明是何样品及加样量；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图的横纵坐标轴没有单位或者单位错误；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没有对实验数据图进行正确合理的标注：如层析图谱需要标注透过峰、洗脱峰；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SDS-PAGE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电泳图谱没有标注预染蛋白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marker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相对分子质量；电泳泳道未标注样品信息；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实验数据图没有正确处理而直接粘贴到实验报告中，如实验结果图的上下或左右位置放反；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参考文献和致谢部分错误。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602309" y="538163"/>
            <a:ext cx="6987381" cy="121443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实验报告中常见的错误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720A8-0A69-458F-B70D-ADC27A764E69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7299764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4092AE53-B0E2-4CA4-8A17-6FDF39BA813C}" vid="{2E5B5C0D-7C1F-41D5-8922-C52CFC4085C5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1741</TotalTime>
  <Words>1897</Words>
  <Application>Microsoft Macintosh PowerPoint</Application>
  <PresentationFormat>Widescreen</PresentationFormat>
  <Paragraphs>115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等线</vt:lpstr>
      <vt:lpstr>等线 Light</vt:lpstr>
      <vt:lpstr>微软雅黑</vt:lpstr>
      <vt:lpstr>微软雅黑 Light</vt:lpstr>
      <vt:lpstr>Arial</vt:lpstr>
      <vt:lpstr>Calibri</vt:lpstr>
      <vt:lpstr>Wingdings</vt:lpstr>
      <vt:lpstr>主题1</vt:lpstr>
      <vt:lpstr>开放探索性实验报告要求</vt:lpstr>
      <vt:lpstr>开放探索性实验报告要求</vt:lpstr>
      <vt:lpstr>综合实验报告基本书写要求</vt:lpstr>
      <vt:lpstr>综合实验报告书写要求</vt:lpstr>
      <vt:lpstr>实验报告的格式</vt:lpstr>
      <vt:lpstr>摘  要</vt:lpstr>
      <vt:lpstr>关键词</vt:lpstr>
      <vt:lpstr>正  文</vt:lpstr>
      <vt:lpstr>引  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王青松</dc:creator>
  <cp:lastModifiedBy>刘 沛雨</cp:lastModifiedBy>
  <cp:revision>459</cp:revision>
  <cp:lastPrinted>1601-01-01T00:00:00Z</cp:lastPrinted>
  <dcterms:created xsi:type="dcterms:W3CDTF">1601-01-01T00:00:00Z</dcterms:created>
  <dcterms:modified xsi:type="dcterms:W3CDTF">2024-12-04T09:56:12Z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