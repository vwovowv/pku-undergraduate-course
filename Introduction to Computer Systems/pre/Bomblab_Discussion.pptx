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70"/>
  </p:notesMasterIdLst>
  <p:sldIdLst>
    <p:sldId id="256" r:id="rId2"/>
    <p:sldId id="257" r:id="rId3"/>
    <p:sldId id="269" r:id="rId4"/>
    <p:sldId id="271" r:id="rId5"/>
    <p:sldId id="278" r:id="rId6"/>
    <p:sldId id="258" r:id="rId7"/>
    <p:sldId id="307" r:id="rId8"/>
    <p:sldId id="275" r:id="rId9"/>
    <p:sldId id="277" r:id="rId10"/>
    <p:sldId id="276" r:id="rId11"/>
    <p:sldId id="260" r:id="rId12"/>
    <p:sldId id="314" r:id="rId13"/>
    <p:sldId id="283" r:id="rId14"/>
    <p:sldId id="285" r:id="rId15"/>
    <p:sldId id="286" r:id="rId16"/>
    <p:sldId id="287" r:id="rId17"/>
    <p:sldId id="288" r:id="rId18"/>
    <p:sldId id="315" r:id="rId19"/>
    <p:sldId id="261" r:id="rId20"/>
    <p:sldId id="316" r:id="rId21"/>
    <p:sldId id="289" r:id="rId22"/>
    <p:sldId id="291" r:id="rId23"/>
    <p:sldId id="292" r:id="rId24"/>
    <p:sldId id="293" r:id="rId25"/>
    <p:sldId id="294" r:id="rId26"/>
    <p:sldId id="354" r:id="rId27"/>
    <p:sldId id="262" r:id="rId28"/>
    <p:sldId id="317" r:id="rId29"/>
    <p:sldId id="295" r:id="rId30"/>
    <p:sldId id="296" r:id="rId31"/>
    <p:sldId id="297" r:id="rId32"/>
    <p:sldId id="300" r:id="rId33"/>
    <p:sldId id="298" r:id="rId34"/>
    <p:sldId id="301" r:id="rId35"/>
    <p:sldId id="321" r:id="rId36"/>
    <p:sldId id="322" r:id="rId37"/>
    <p:sldId id="324" r:id="rId38"/>
    <p:sldId id="325" r:id="rId39"/>
    <p:sldId id="326" r:id="rId40"/>
    <p:sldId id="351" r:id="rId41"/>
    <p:sldId id="352" r:id="rId42"/>
    <p:sldId id="353" r:id="rId43"/>
    <p:sldId id="302" r:id="rId44"/>
    <p:sldId id="318" r:id="rId45"/>
    <p:sldId id="303" r:id="rId46"/>
    <p:sldId id="304" r:id="rId47"/>
    <p:sldId id="305" r:id="rId48"/>
    <p:sldId id="264" r:id="rId49"/>
    <p:sldId id="330" r:id="rId50"/>
    <p:sldId id="331" r:id="rId51"/>
    <p:sldId id="332" r:id="rId52"/>
    <p:sldId id="333" r:id="rId53"/>
    <p:sldId id="267" r:id="rId54"/>
    <p:sldId id="335" r:id="rId55"/>
    <p:sldId id="339" r:id="rId56"/>
    <p:sldId id="338" r:id="rId57"/>
    <p:sldId id="340" r:id="rId58"/>
    <p:sldId id="341" r:id="rId59"/>
    <p:sldId id="342" r:id="rId60"/>
    <p:sldId id="343" r:id="rId61"/>
    <p:sldId id="344" r:id="rId62"/>
    <p:sldId id="345" r:id="rId63"/>
    <p:sldId id="347" r:id="rId64"/>
    <p:sldId id="348" r:id="rId65"/>
    <p:sldId id="349" r:id="rId66"/>
    <p:sldId id="350" r:id="rId67"/>
    <p:sldId id="272" r:id="rId68"/>
    <p:sldId id="265" r:id="rId6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6512"/>
  </p:normalViewPr>
  <p:slideViewPr>
    <p:cSldViewPr snapToGrid="0" snapToObjects="1">
      <p:cViewPr varScale="1">
        <p:scale>
          <a:sx n="103" d="100"/>
          <a:sy n="103" d="100"/>
        </p:scale>
        <p:origin x="200" y="6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5F9415-B6AF-824A-80FA-B83C063D6988}" type="datetimeFigureOut">
              <a:rPr kumimoji="1" lang="zh-CN" altLang="en-US" smtClean="0"/>
              <a:t>2025/12/9</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F42315-4BD3-044E-ABF3-34B23DA06677}" type="slidenum">
              <a:rPr kumimoji="1" lang="zh-CN" altLang="en-US" smtClean="0"/>
              <a:t>‹#›</a:t>
            </a:fld>
            <a:endParaRPr kumimoji="1" lang="zh-CN" altLang="en-US"/>
          </a:p>
        </p:txBody>
      </p:sp>
    </p:spTree>
    <p:extLst>
      <p:ext uri="{BB962C8B-B14F-4D97-AF65-F5344CB8AC3E}">
        <p14:creationId xmlns:p14="http://schemas.microsoft.com/office/powerpoint/2010/main" val="26114282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FA2864-58F6-244A-B28D-66C052048933}"/>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541E21C8-A115-AC45-AF77-8520771210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44B3AD42-27ED-5240-9843-83851BF2F56B}"/>
              </a:ext>
            </a:extLst>
          </p:cNvPr>
          <p:cNvSpPr>
            <a:spLocks noGrp="1"/>
          </p:cNvSpPr>
          <p:nvPr>
            <p:ph type="dt" sz="half" idx="10"/>
          </p:nvPr>
        </p:nvSpPr>
        <p:spPr/>
        <p:txBody>
          <a:bodyPr/>
          <a:lstStyle/>
          <a:p>
            <a:fld id="{F1953231-08C0-B343-B505-5C0156ACE6D6}" type="datetime1">
              <a:rPr kumimoji="1" lang="zh-CN" altLang="en-US" smtClean="0"/>
              <a:t>2025/12/9</a:t>
            </a:fld>
            <a:endParaRPr kumimoji="1" lang="zh-CN" altLang="en-US"/>
          </a:p>
        </p:txBody>
      </p:sp>
      <p:sp>
        <p:nvSpPr>
          <p:cNvPr id="5" name="页脚占位符 4">
            <a:extLst>
              <a:ext uri="{FF2B5EF4-FFF2-40B4-BE49-F238E27FC236}">
                <a16:creationId xmlns:a16="http://schemas.microsoft.com/office/drawing/2014/main" id="{A558B065-4227-8E43-91E8-1C19E4139469}"/>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8C4B8397-8C5C-0748-A484-58DC694EBF5B}"/>
              </a:ext>
            </a:extLst>
          </p:cNvPr>
          <p:cNvSpPr>
            <a:spLocks noGrp="1"/>
          </p:cNvSpPr>
          <p:nvPr>
            <p:ph type="sldNum" sz="quarter" idx="12"/>
          </p:nvPr>
        </p:nvSpPr>
        <p:spPr/>
        <p:txBody>
          <a:bodyPr/>
          <a:lstStyle/>
          <a:p>
            <a:fld id="{2419E691-CE33-A147-BBCB-F602550895D0}" type="slidenum">
              <a:rPr kumimoji="1" lang="zh-CN" altLang="en-US" smtClean="0"/>
              <a:t>‹#›</a:t>
            </a:fld>
            <a:endParaRPr kumimoji="1" lang="zh-CN" altLang="en-US"/>
          </a:p>
        </p:txBody>
      </p:sp>
    </p:spTree>
    <p:extLst>
      <p:ext uri="{BB962C8B-B14F-4D97-AF65-F5344CB8AC3E}">
        <p14:creationId xmlns:p14="http://schemas.microsoft.com/office/powerpoint/2010/main" val="8254142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FF4796-4804-6C4E-96BF-9A3FDE8E824E}"/>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A2CC407A-B1AA-BE4F-875D-086C9BF0DF6A}"/>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CD695F02-C374-074D-BA16-B0F926111305}"/>
              </a:ext>
            </a:extLst>
          </p:cNvPr>
          <p:cNvSpPr>
            <a:spLocks noGrp="1"/>
          </p:cNvSpPr>
          <p:nvPr>
            <p:ph type="dt" sz="half" idx="10"/>
          </p:nvPr>
        </p:nvSpPr>
        <p:spPr/>
        <p:txBody>
          <a:bodyPr/>
          <a:lstStyle/>
          <a:p>
            <a:fld id="{52CA1F01-CD22-6D43-B4E2-3EC9FF4E9658}" type="datetime1">
              <a:rPr kumimoji="1" lang="zh-CN" altLang="en-US" smtClean="0"/>
              <a:t>2025/12/9</a:t>
            </a:fld>
            <a:endParaRPr kumimoji="1" lang="zh-CN" altLang="en-US"/>
          </a:p>
        </p:txBody>
      </p:sp>
      <p:sp>
        <p:nvSpPr>
          <p:cNvPr id="5" name="页脚占位符 4">
            <a:extLst>
              <a:ext uri="{FF2B5EF4-FFF2-40B4-BE49-F238E27FC236}">
                <a16:creationId xmlns:a16="http://schemas.microsoft.com/office/drawing/2014/main" id="{BDE11E63-81DF-6F49-9B02-A100F810DBCF}"/>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A5FA88C5-67C3-4647-ACAA-35A261DD216D}"/>
              </a:ext>
            </a:extLst>
          </p:cNvPr>
          <p:cNvSpPr>
            <a:spLocks noGrp="1"/>
          </p:cNvSpPr>
          <p:nvPr>
            <p:ph type="sldNum" sz="quarter" idx="12"/>
          </p:nvPr>
        </p:nvSpPr>
        <p:spPr/>
        <p:txBody>
          <a:bodyPr/>
          <a:lstStyle/>
          <a:p>
            <a:fld id="{2419E691-CE33-A147-BBCB-F602550895D0}" type="slidenum">
              <a:rPr kumimoji="1" lang="zh-CN" altLang="en-US" smtClean="0"/>
              <a:t>‹#›</a:t>
            </a:fld>
            <a:endParaRPr kumimoji="1" lang="zh-CN" altLang="en-US"/>
          </a:p>
        </p:txBody>
      </p:sp>
    </p:spTree>
    <p:extLst>
      <p:ext uri="{BB962C8B-B14F-4D97-AF65-F5344CB8AC3E}">
        <p14:creationId xmlns:p14="http://schemas.microsoft.com/office/powerpoint/2010/main" val="1859234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7D000C-A616-8943-8F5E-424940CE4C03}"/>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2CCA9344-CBF5-6442-9A83-EFE0097DD0E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AADF2C28-DCCB-6242-B67A-B80ECED18C87}"/>
              </a:ext>
            </a:extLst>
          </p:cNvPr>
          <p:cNvSpPr>
            <a:spLocks noGrp="1"/>
          </p:cNvSpPr>
          <p:nvPr>
            <p:ph type="dt" sz="half" idx="10"/>
          </p:nvPr>
        </p:nvSpPr>
        <p:spPr/>
        <p:txBody>
          <a:bodyPr/>
          <a:lstStyle/>
          <a:p>
            <a:fld id="{46F83A83-7E38-FB45-A246-590E49C54916}" type="datetime1">
              <a:rPr kumimoji="1" lang="zh-CN" altLang="en-US" smtClean="0"/>
              <a:t>2025/12/9</a:t>
            </a:fld>
            <a:endParaRPr kumimoji="1" lang="zh-CN" altLang="en-US"/>
          </a:p>
        </p:txBody>
      </p:sp>
      <p:sp>
        <p:nvSpPr>
          <p:cNvPr id="5" name="页脚占位符 4">
            <a:extLst>
              <a:ext uri="{FF2B5EF4-FFF2-40B4-BE49-F238E27FC236}">
                <a16:creationId xmlns:a16="http://schemas.microsoft.com/office/drawing/2014/main" id="{2EA92E1D-38A1-2440-976B-355D8855DC71}"/>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1E308FB5-C1E4-DE47-AAEA-25EDAE15815C}"/>
              </a:ext>
            </a:extLst>
          </p:cNvPr>
          <p:cNvSpPr>
            <a:spLocks noGrp="1"/>
          </p:cNvSpPr>
          <p:nvPr>
            <p:ph type="sldNum" sz="quarter" idx="12"/>
          </p:nvPr>
        </p:nvSpPr>
        <p:spPr/>
        <p:txBody>
          <a:bodyPr/>
          <a:lstStyle/>
          <a:p>
            <a:fld id="{2419E691-CE33-A147-BBCB-F602550895D0}" type="slidenum">
              <a:rPr kumimoji="1" lang="zh-CN" altLang="en-US" smtClean="0"/>
              <a:t>‹#›</a:t>
            </a:fld>
            <a:endParaRPr kumimoji="1" lang="zh-CN" altLang="en-US"/>
          </a:p>
        </p:txBody>
      </p:sp>
    </p:spTree>
    <p:extLst>
      <p:ext uri="{BB962C8B-B14F-4D97-AF65-F5344CB8AC3E}">
        <p14:creationId xmlns:p14="http://schemas.microsoft.com/office/powerpoint/2010/main" val="16325098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8EB9B3-2B7B-3740-B33F-D0B32B4BB9AB}"/>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79E14549-B186-4348-814C-B33B427F8991}"/>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C9393DC0-EA44-F84D-921C-1E04F62BD286}"/>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006598DB-622C-264B-BE6B-5594570534F4}"/>
              </a:ext>
            </a:extLst>
          </p:cNvPr>
          <p:cNvSpPr>
            <a:spLocks noGrp="1"/>
          </p:cNvSpPr>
          <p:nvPr>
            <p:ph type="dt" sz="half" idx="10"/>
          </p:nvPr>
        </p:nvSpPr>
        <p:spPr/>
        <p:txBody>
          <a:bodyPr/>
          <a:lstStyle/>
          <a:p>
            <a:fld id="{9BD092D6-8C78-B049-9D0B-9EF7DEFEA223}" type="datetime1">
              <a:rPr kumimoji="1" lang="zh-CN" altLang="en-US" smtClean="0"/>
              <a:t>2025/12/9</a:t>
            </a:fld>
            <a:endParaRPr kumimoji="1" lang="zh-CN" altLang="en-US"/>
          </a:p>
        </p:txBody>
      </p:sp>
      <p:sp>
        <p:nvSpPr>
          <p:cNvPr id="6" name="页脚占位符 5">
            <a:extLst>
              <a:ext uri="{FF2B5EF4-FFF2-40B4-BE49-F238E27FC236}">
                <a16:creationId xmlns:a16="http://schemas.microsoft.com/office/drawing/2014/main" id="{DC650BE5-4D2A-9243-B47D-23A1DBE52BD9}"/>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B22D0A91-1F8D-5F48-9FC6-F9114EA80139}"/>
              </a:ext>
            </a:extLst>
          </p:cNvPr>
          <p:cNvSpPr>
            <a:spLocks noGrp="1"/>
          </p:cNvSpPr>
          <p:nvPr>
            <p:ph type="sldNum" sz="quarter" idx="12"/>
          </p:nvPr>
        </p:nvSpPr>
        <p:spPr/>
        <p:txBody>
          <a:bodyPr/>
          <a:lstStyle/>
          <a:p>
            <a:fld id="{2419E691-CE33-A147-BBCB-F602550895D0}" type="slidenum">
              <a:rPr kumimoji="1" lang="zh-CN" altLang="en-US" smtClean="0"/>
              <a:t>‹#›</a:t>
            </a:fld>
            <a:endParaRPr kumimoji="1" lang="zh-CN" altLang="en-US"/>
          </a:p>
        </p:txBody>
      </p:sp>
    </p:spTree>
    <p:extLst>
      <p:ext uri="{BB962C8B-B14F-4D97-AF65-F5344CB8AC3E}">
        <p14:creationId xmlns:p14="http://schemas.microsoft.com/office/powerpoint/2010/main" val="38595502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FA21CE-580C-3C46-89A6-C8B6E4B756BD}"/>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D5B52F9E-7A06-DF45-8E19-BB6BB42D45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46C10689-4750-F04B-9D0A-6E58FC5855BF}"/>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2E76AA1E-6326-F34C-BFEA-F36DCAB443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0D1DDEEA-65B1-AB48-A270-74AB64AB3F10}"/>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5A412243-9C54-2C48-B960-C48612FDB153}"/>
              </a:ext>
            </a:extLst>
          </p:cNvPr>
          <p:cNvSpPr>
            <a:spLocks noGrp="1"/>
          </p:cNvSpPr>
          <p:nvPr>
            <p:ph type="dt" sz="half" idx="10"/>
          </p:nvPr>
        </p:nvSpPr>
        <p:spPr/>
        <p:txBody>
          <a:bodyPr/>
          <a:lstStyle/>
          <a:p>
            <a:fld id="{BC4B46CA-AC6D-7D4A-947F-CC1407857414}" type="datetime1">
              <a:rPr kumimoji="1" lang="zh-CN" altLang="en-US" smtClean="0"/>
              <a:t>2025/12/9</a:t>
            </a:fld>
            <a:endParaRPr kumimoji="1" lang="zh-CN" altLang="en-US"/>
          </a:p>
        </p:txBody>
      </p:sp>
      <p:sp>
        <p:nvSpPr>
          <p:cNvPr id="8" name="页脚占位符 7">
            <a:extLst>
              <a:ext uri="{FF2B5EF4-FFF2-40B4-BE49-F238E27FC236}">
                <a16:creationId xmlns:a16="http://schemas.microsoft.com/office/drawing/2014/main" id="{3AFBA947-8EEB-4F44-B4D4-1C1CC24CCE51}"/>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D3B0E5DF-E1DD-D74A-BACC-1407D58B4182}"/>
              </a:ext>
            </a:extLst>
          </p:cNvPr>
          <p:cNvSpPr>
            <a:spLocks noGrp="1"/>
          </p:cNvSpPr>
          <p:nvPr>
            <p:ph type="sldNum" sz="quarter" idx="12"/>
          </p:nvPr>
        </p:nvSpPr>
        <p:spPr/>
        <p:txBody>
          <a:bodyPr/>
          <a:lstStyle/>
          <a:p>
            <a:fld id="{2419E691-CE33-A147-BBCB-F602550895D0}" type="slidenum">
              <a:rPr kumimoji="1" lang="zh-CN" altLang="en-US" smtClean="0"/>
              <a:t>‹#›</a:t>
            </a:fld>
            <a:endParaRPr kumimoji="1" lang="zh-CN" altLang="en-US"/>
          </a:p>
        </p:txBody>
      </p:sp>
    </p:spTree>
    <p:extLst>
      <p:ext uri="{BB962C8B-B14F-4D97-AF65-F5344CB8AC3E}">
        <p14:creationId xmlns:p14="http://schemas.microsoft.com/office/powerpoint/2010/main" val="37346858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77D6FA-DCB9-D148-9061-6952A2256C04}"/>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C490BFF4-044D-4E40-A606-DC7DC1492755}"/>
              </a:ext>
            </a:extLst>
          </p:cNvPr>
          <p:cNvSpPr>
            <a:spLocks noGrp="1"/>
          </p:cNvSpPr>
          <p:nvPr>
            <p:ph type="dt" sz="half" idx="10"/>
          </p:nvPr>
        </p:nvSpPr>
        <p:spPr/>
        <p:txBody>
          <a:bodyPr/>
          <a:lstStyle/>
          <a:p>
            <a:fld id="{3AEF60EE-5A58-DE45-88D3-586073E02BC8}" type="datetime1">
              <a:rPr kumimoji="1" lang="zh-CN" altLang="en-US" smtClean="0"/>
              <a:t>2025/12/9</a:t>
            </a:fld>
            <a:endParaRPr kumimoji="1" lang="zh-CN" altLang="en-US"/>
          </a:p>
        </p:txBody>
      </p:sp>
      <p:sp>
        <p:nvSpPr>
          <p:cNvPr id="4" name="页脚占位符 3">
            <a:extLst>
              <a:ext uri="{FF2B5EF4-FFF2-40B4-BE49-F238E27FC236}">
                <a16:creationId xmlns:a16="http://schemas.microsoft.com/office/drawing/2014/main" id="{ADA186C0-B828-3A4D-8202-B7AB21B15DA2}"/>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D07844E5-93E8-F446-94A4-17EE2E957447}"/>
              </a:ext>
            </a:extLst>
          </p:cNvPr>
          <p:cNvSpPr>
            <a:spLocks noGrp="1"/>
          </p:cNvSpPr>
          <p:nvPr>
            <p:ph type="sldNum" sz="quarter" idx="12"/>
          </p:nvPr>
        </p:nvSpPr>
        <p:spPr/>
        <p:txBody>
          <a:bodyPr/>
          <a:lstStyle/>
          <a:p>
            <a:fld id="{2419E691-CE33-A147-BBCB-F602550895D0}" type="slidenum">
              <a:rPr kumimoji="1" lang="zh-CN" altLang="en-US" smtClean="0"/>
              <a:t>‹#›</a:t>
            </a:fld>
            <a:endParaRPr kumimoji="1" lang="zh-CN" altLang="en-US"/>
          </a:p>
        </p:txBody>
      </p:sp>
    </p:spTree>
    <p:extLst>
      <p:ext uri="{BB962C8B-B14F-4D97-AF65-F5344CB8AC3E}">
        <p14:creationId xmlns:p14="http://schemas.microsoft.com/office/powerpoint/2010/main" val="18269766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9AE6453-846E-224D-A9A6-7CAAB0B6B58D}"/>
              </a:ext>
            </a:extLst>
          </p:cNvPr>
          <p:cNvSpPr>
            <a:spLocks noGrp="1"/>
          </p:cNvSpPr>
          <p:nvPr>
            <p:ph type="dt" sz="half" idx="10"/>
          </p:nvPr>
        </p:nvSpPr>
        <p:spPr/>
        <p:txBody>
          <a:bodyPr/>
          <a:lstStyle/>
          <a:p>
            <a:fld id="{5C628270-B29D-4C46-B784-1BDC59379CC7}" type="datetime1">
              <a:rPr kumimoji="1" lang="zh-CN" altLang="en-US" smtClean="0"/>
              <a:t>2025/12/9</a:t>
            </a:fld>
            <a:endParaRPr kumimoji="1" lang="zh-CN" altLang="en-US"/>
          </a:p>
        </p:txBody>
      </p:sp>
      <p:sp>
        <p:nvSpPr>
          <p:cNvPr id="3" name="页脚占位符 2">
            <a:extLst>
              <a:ext uri="{FF2B5EF4-FFF2-40B4-BE49-F238E27FC236}">
                <a16:creationId xmlns:a16="http://schemas.microsoft.com/office/drawing/2014/main" id="{EE305405-17DC-794E-8BFE-31DC86F549DF}"/>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D50E520D-6CD8-C14B-A17A-5969D2C8CC29}"/>
              </a:ext>
            </a:extLst>
          </p:cNvPr>
          <p:cNvSpPr>
            <a:spLocks noGrp="1"/>
          </p:cNvSpPr>
          <p:nvPr>
            <p:ph type="sldNum" sz="quarter" idx="12"/>
          </p:nvPr>
        </p:nvSpPr>
        <p:spPr/>
        <p:txBody>
          <a:bodyPr/>
          <a:lstStyle/>
          <a:p>
            <a:fld id="{2419E691-CE33-A147-BBCB-F602550895D0}" type="slidenum">
              <a:rPr kumimoji="1" lang="zh-CN" altLang="en-US" smtClean="0"/>
              <a:t>‹#›</a:t>
            </a:fld>
            <a:endParaRPr kumimoji="1" lang="zh-CN" altLang="en-US"/>
          </a:p>
        </p:txBody>
      </p:sp>
    </p:spTree>
    <p:extLst>
      <p:ext uri="{BB962C8B-B14F-4D97-AF65-F5344CB8AC3E}">
        <p14:creationId xmlns:p14="http://schemas.microsoft.com/office/powerpoint/2010/main" val="28358711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4E9DF1-8CD0-0E4D-8560-DD2DE5943884}"/>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F8EF696B-3E17-5C4B-9D60-D5F37CCA70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93440683-879F-DA4D-9034-481AB20310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EF6E68A1-9C65-E14F-A10C-8010DF8BCB50}"/>
              </a:ext>
            </a:extLst>
          </p:cNvPr>
          <p:cNvSpPr>
            <a:spLocks noGrp="1"/>
          </p:cNvSpPr>
          <p:nvPr>
            <p:ph type="dt" sz="half" idx="10"/>
          </p:nvPr>
        </p:nvSpPr>
        <p:spPr/>
        <p:txBody>
          <a:bodyPr/>
          <a:lstStyle/>
          <a:p>
            <a:fld id="{63A624B5-DF2A-FD4F-AA09-F336AE3483B9}" type="datetime1">
              <a:rPr kumimoji="1" lang="zh-CN" altLang="en-US" smtClean="0"/>
              <a:t>2025/12/9</a:t>
            </a:fld>
            <a:endParaRPr kumimoji="1" lang="zh-CN" altLang="en-US"/>
          </a:p>
        </p:txBody>
      </p:sp>
      <p:sp>
        <p:nvSpPr>
          <p:cNvPr id="6" name="页脚占位符 5">
            <a:extLst>
              <a:ext uri="{FF2B5EF4-FFF2-40B4-BE49-F238E27FC236}">
                <a16:creationId xmlns:a16="http://schemas.microsoft.com/office/drawing/2014/main" id="{3F566655-272A-6A41-A800-E7040E121ADE}"/>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49D79332-9D89-654C-8A22-F2E41080EB40}"/>
              </a:ext>
            </a:extLst>
          </p:cNvPr>
          <p:cNvSpPr>
            <a:spLocks noGrp="1"/>
          </p:cNvSpPr>
          <p:nvPr>
            <p:ph type="sldNum" sz="quarter" idx="12"/>
          </p:nvPr>
        </p:nvSpPr>
        <p:spPr/>
        <p:txBody>
          <a:bodyPr/>
          <a:lstStyle/>
          <a:p>
            <a:fld id="{2419E691-CE33-A147-BBCB-F602550895D0}" type="slidenum">
              <a:rPr kumimoji="1" lang="zh-CN" altLang="en-US" smtClean="0"/>
              <a:t>‹#›</a:t>
            </a:fld>
            <a:endParaRPr kumimoji="1" lang="zh-CN" altLang="en-US"/>
          </a:p>
        </p:txBody>
      </p:sp>
    </p:spTree>
    <p:extLst>
      <p:ext uri="{BB962C8B-B14F-4D97-AF65-F5344CB8AC3E}">
        <p14:creationId xmlns:p14="http://schemas.microsoft.com/office/powerpoint/2010/main" val="3772582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635E2B-BDC5-BE42-85CD-09B90FF4CE6B}"/>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9B9E7DEF-C2CA-D94D-9BF2-F9CA4C78819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B1BEC2D0-17F2-B14A-BFA4-6F5D8891E0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5B560A25-4833-5D4E-AA32-FB5B0038F931}"/>
              </a:ext>
            </a:extLst>
          </p:cNvPr>
          <p:cNvSpPr>
            <a:spLocks noGrp="1"/>
          </p:cNvSpPr>
          <p:nvPr>
            <p:ph type="dt" sz="half" idx="10"/>
          </p:nvPr>
        </p:nvSpPr>
        <p:spPr/>
        <p:txBody>
          <a:bodyPr/>
          <a:lstStyle/>
          <a:p>
            <a:fld id="{7EB3DBC9-1654-BC4A-903B-7AA523BC2554}" type="datetime1">
              <a:rPr kumimoji="1" lang="zh-CN" altLang="en-US" smtClean="0"/>
              <a:t>2025/12/9</a:t>
            </a:fld>
            <a:endParaRPr kumimoji="1" lang="zh-CN" altLang="en-US"/>
          </a:p>
        </p:txBody>
      </p:sp>
      <p:sp>
        <p:nvSpPr>
          <p:cNvPr id="6" name="页脚占位符 5">
            <a:extLst>
              <a:ext uri="{FF2B5EF4-FFF2-40B4-BE49-F238E27FC236}">
                <a16:creationId xmlns:a16="http://schemas.microsoft.com/office/drawing/2014/main" id="{1BCA1774-E2B1-7F45-BA04-8643E19AB189}"/>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DEF32FD3-4C75-C24E-8F26-3A8120F9D715}"/>
              </a:ext>
            </a:extLst>
          </p:cNvPr>
          <p:cNvSpPr>
            <a:spLocks noGrp="1"/>
          </p:cNvSpPr>
          <p:nvPr>
            <p:ph type="sldNum" sz="quarter" idx="12"/>
          </p:nvPr>
        </p:nvSpPr>
        <p:spPr/>
        <p:txBody>
          <a:bodyPr/>
          <a:lstStyle/>
          <a:p>
            <a:fld id="{2419E691-CE33-A147-BBCB-F602550895D0}" type="slidenum">
              <a:rPr kumimoji="1" lang="zh-CN" altLang="en-US" smtClean="0"/>
              <a:t>‹#›</a:t>
            </a:fld>
            <a:endParaRPr kumimoji="1" lang="zh-CN" altLang="en-US"/>
          </a:p>
        </p:txBody>
      </p:sp>
    </p:spTree>
    <p:extLst>
      <p:ext uri="{BB962C8B-B14F-4D97-AF65-F5344CB8AC3E}">
        <p14:creationId xmlns:p14="http://schemas.microsoft.com/office/powerpoint/2010/main" val="12721417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E5240C-730F-C245-8B73-4734B409CDC0}"/>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6E0EEDC9-360A-4840-97AC-7577D17976CC}"/>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5C6E5952-924A-8741-B6B2-B9BF92664D6F}"/>
              </a:ext>
            </a:extLst>
          </p:cNvPr>
          <p:cNvSpPr>
            <a:spLocks noGrp="1"/>
          </p:cNvSpPr>
          <p:nvPr>
            <p:ph type="dt" sz="half" idx="10"/>
          </p:nvPr>
        </p:nvSpPr>
        <p:spPr/>
        <p:txBody>
          <a:bodyPr/>
          <a:lstStyle/>
          <a:p>
            <a:fld id="{5C9AAC0D-2E4B-EE42-954E-87DA7A99765B}" type="datetime1">
              <a:rPr kumimoji="1" lang="zh-CN" altLang="en-US" smtClean="0"/>
              <a:t>2025/12/9</a:t>
            </a:fld>
            <a:endParaRPr kumimoji="1" lang="zh-CN" altLang="en-US"/>
          </a:p>
        </p:txBody>
      </p:sp>
      <p:sp>
        <p:nvSpPr>
          <p:cNvPr id="5" name="页脚占位符 4">
            <a:extLst>
              <a:ext uri="{FF2B5EF4-FFF2-40B4-BE49-F238E27FC236}">
                <a16:creationId xmlns:a16="http://schemas.microsoft.com/office/drawing/2014/main" id="{2309F5FC-63A6-044E-BDDB-453AEA4F6710}"/>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B3D49203-2223-A444-AEC2-E96C34F8A367}"/>
              </a:ext>
            </a:extLst>
          </p:cNvPr>
          <p:cNvSpPr>
            <a:spLocks noGrp="1"/>
          </p:cNvSpPr>
          <p:nvPr>
            <p:ph type="sldNum" sz="quarter" idx="12"/>
          </p:nvPr>
        </p:nvSpPr>
        <p:spPr/>
        <p:txBody>
          <a:bodyPr/>
          <a:lstStyle/>
          <a:p>
            <a:fld id="{2419E691-CE33-A147-BBCB-F602550895D0}" type="slidenum">
              <a:rPr kumimoji="1" lang="zh-CN" altLang="en-US" smtClean="0"/>
              <a:t>‹#›</a:t>
            </a:fld>
            <a:endParaRPr kumimoji="1" lang="zh-CN" altLang="en-US"/>
          </a:p>
        </p:txBody>
      </p:sp>
    </p:spTree>
    <p:extLst>
      <p:ext uri="{BB962C8B-B14F-4D97-AF65-F5344CB8AC3E}">
        <p14:creationId xmlns:p14="http://schemas.microsoft.com/office/powerpoint/2010/main" val="1810932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61F333BE-8A89-4B4B-80F3-57559D817B28}"/>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3D60299A-1D27-1F4C-9A0E-0039A2FD1B50}"/>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A1BD9233-044D-AC49-A06D-4D874FB729C8}"/>
              </a:ext>
            </a:extLst>
          </p:cNvPr>
          <p:cNvSpPr>
            <a:spLocks noGrp="1"/>
          </p:cNvSpPr>
          <p:nvPr>
            <p:ph type="dt" sz="half" idx="10"/>
          </p:nvPr>
        </p:nvSpPr>
        <p:spPr/>
        <p:txBody>
          <a:bodyPr/>
          <a:lstStyle/>
          <a:p>
            <a:fld id="{282D54A0-F107-284F-A3F5-A123F80787EF}" type="datetime1">
              <a:rPr kumimoji="1" lang="zh-CN" altLang="en-US" smtClean="0"/>
              <a:t>2025/12/9</a:t>
            </a:fld>
            <a:endParaRPr kumimoji="1" lang="zh-CN" altLang="en-US"/>
          </a:p>
        </p:txBody>
      </p:sp>
      <p:sp>
        <p:nvSpPr>
          <p:cNvPr id="5" name="页脚占位符 4">
            <a:extLst>
              <a:ext uri="{FF2B5EF4-FFF2-40B4-BE49-F238E27FC236}">
                <a16:creationId xmlns:a16="http://schemas.microsoft.com/office/drawing/2014/main" id="{9E329F86-B3F6-A245-8BB7-D0074CFB7033}"/>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6832CA74-B859-D245-8E78-436C46A5B1FF}"/>
              </a:ext>
            </a:extLst>
          </p:cNvPr>
          <p:cNvSpPr>
            <a:spLocks noGrp="1"/>
          </p:cNvSpPr>
          <p:nvPr>
            <p:ph type="sldNum" sz="quarter" idx="12"/>
          </p:nvPr>
        </p:nvSpPr>
        <p:spPr/>
        <p:txBody>
          <a:bodyPr/>
          <a:lstStyle/>
          <a:p>
            <a:fld id="{2419E691-CE33-A147-BBCB-F602550895D0}" type="slidenum">
              <a:rPr kumimoji="1" lang="zh-CN" altLang="en-US" smtClean="0"/>
              <a:t>‹#›</a:t>
            </a:fld>
            <a:endParaRPr kumimoji="1" lang="zh-CN" altLang="en-US"/>
          </a:p>
        </p:txBody>
      </p:sp>
    </p:spTree>
    <p:extLst>
      <p:ext uri="{BB962C8B-B14F-4D97-AF65-F5344CB8AC3E}">
        <p14:creationId xmlns:p14="http://schemas.microsoft.com/office/powerpoint/2010/main" val="35575055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36A75C0-AE34-EC48-B324-084A20A6818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5250E574-4338-064A-8C26-05AFE12B8F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F5A5B80B-4A16-EB46-83FF-9112DC1DBD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CE3339-BF25-4647-91A3-DFA73E57C326}" type="datetime1">
              <a:rPr kumimoji="1" lang="zh-CN" altLang="en-US" smtClean="0"/>
              <a:t>2025/12/9</a:t>
            </a:fld>
            <a:endParaRPr kumimoji="1" lang="zh-CN" altLang="en-US"/>
          </a:p>
        </p:txBody>
      </p:sp>
      <p:sp>
        <p:nvSpPr>
          <p:cNvPr id="5" name="页脚占位符 4">
            <a:extLst>
              <a:ext uri="{FF2B5EF4-FFF2-40B4-BE49-F238E27FC236}">
                <a16:creationId xmlns:a16="http://schemas.microsoft.com/office/drawing/2014/main" id="{D8258892-E7C5-C645-B9B3-4D9B7E067B5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6A0627C8-C012-ED48-B224-069A5B55C8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19E691-CE33-A147-BBCB-F602550895D0}" type="slidenum">
              <a:rPr kumimoji="1" lang="zh-CN" altLang="en-US" smtClean="0"/>
              <a:t>‹#›</a:t>
            </a:fld>
            <a:endParaRPr kumimoji="1" lang="zh-CN" altLang="en-US"/>
          </a:p>
        </p:txBody>
      </p:sp>
    </p:spTree>
    <p:extLst>
      <p:ext uri="{BB962C8B-B14F-4D97-AF65-F5344CB8AC3E}">
        <p14:creationId xmlns:p14="http://schemas.microsoft.com/office/powerpoint/2010/main" val="6335086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6.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9.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80.png"/><Relationship Id="rId5" Type="http://schemas.openxmlformats.org/officeDocument/2006/relationships/image" Target="../media/image18.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image" Target="../media/image340.png"/><Relationship Id="rId4" Type="http://schemas.openxmlformats.org/officeDocument/2006/relationships/image" Target="../media/image36.png"/></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7.png"/></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0.png"/><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5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5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283F99-71D1-3A48-AF3D-AAA07747332B}"/>
              </a:ext>
            </a:extLst>
          </p:cNvPr>
          <p:cNvSpPr>
            <a:spLocks noGrp="1"/>
          </p:cNvSpPr>
          <p:nvPr>
            <p:ph type="ctrTitle"/>
          </p:nvPr>
        </p:nvSpPr>
        <p:spPr/>
        <p:txBody>
          <a:bodyPr/>
          <a:lstStyle/>
          <a:p>
            <a:r>
              <a:rPr kumimoji="1" lang="en-US" altLang="zh-CN" b="1" dirty="0" err="1">
                <a:latin typeface="Times New Roman" panose="02020603050405020304" pitchFamily="18" charset="0"/>
                <a:ea typeface="SimHei" panose="02010609060101010101" pitchFamily="49" charset="-122"/>
                <a:cs typeface="Times New Roman" panose="02020603050405020304" pitchFamily="18" charset="0"/>
              </a:rPr>
              <a:t>Bomblab</a:t>
            </a:r>
            <a:r>
              <a:rPr kumimoji="1" lang="en-US" altLang="zh-CN" b="1" dirty="0">
                <a:latin typeface="Times New Roman" panose="02020603050405020304" pitchFamily="18" charset="0"/>
                <a:ea typeface="SimHei" panose="02010609060101010101" pitchFamily="49" charset="-122"/>
                <a:cs typeface="Times New Roman" panose="02020603050405020304" pitchFamily="18" charset="0"/>
              </a:rPr>
              <a:t> Discussion</a:t>
            </a:r>
            <a:endParaRPr kumimoji="1" lang="zh-CN" altLang="en-US" b="1" dirty="0">
              <a:latin typeface="Times New Roman" panose="02020603050405020304" pitchFamily="18" charset="0"/>
              <a:ea typeface="SimHei" panose="02010609060101010101" pitchFamily="49" charset="-122"/>
              <a:cs typeface="Times New Roman" panose="02020603050405020304" pitchFamily="18" charset="0"/>
            </a:endParaRPr>
          </a:p>
        </p:txBody>
      </p:sp>
      <p:sp>
        <p:nvSpPr>
          <p:cNvPr id="3" name="副标题 2">
            <a:extLst>
              <a:ext uri="{FF2B5EF4-FFF2-40B4-BE49-F238E27FC236}">
                <a16:creationId xmlns:a16="http://schemas.microsoft.com/office/drawing/2014/main" id="{3BF834B4-0709-004E-940D-9EEB437859AE}"/>
              </a:ext>
            </a:extLst>
          </p:cNvPr>
          <p:cNvSpPr>
            <a:spLocks noGrp="1"/>
          </p:cNvSpPr>
          <p:nvPr>
            <p:ph type="subTitle" idx="1"/>
          </p:nvPr>
        </p:nvSpPr>
        <p:spPr>
          <a:xfrm>
            <a:off x="1524000" y="4079875"/>
            <a:ext cx="9144000" cy="1655762"/>
          </a:xfrm>
        </p:spPr>
        <p:txBody>
          <a:bodyPr/>
          <a:lstStyle/>
          <a:p>
            <a:r>
              <a:rPr kumimoji="1" lang="zh-CN" altLang="en-US" dirty="0">
                <a:latin typeface="KaiTi" panose="02010609060101010101" pitchFamily="49" charset="-122"/>
                <a:ea typeface="KaiTi" panose="02010609060101010101" pitchFamily="49" charset="-122"/>
              </a:rPr>
              <a:t>刘沛雨</a:t>
            </a:r>
          </a:p>
        </p:txBody>
      </p:sp>
    </p:spTree>
    <p:extLst>
      <p:ext uri="{BB962C8B-B14F-4D97-AF65-F5344CB8AC3E}">
        <p14:creationId xmlns:p14="http://schemas.microsoft.com/office/powerpoint/2010/main" val="34473081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a:extLst>
              <a:ext uri="{FF2B5EF4-FFF2-40B4-BE49-F238E27FC236}">
                <a16:creationId xmlns:a16="http://schemas.microsoft.com/office/drawing/2014/main" id="{3A9EA306-93DD-8B4F-88AC-C800323FE864}"/>
              </a:ext>
            </a:extLst>
          </p:cNvPr>
          <p:cNvGrpSpPr/>
          <p:nvPr/>
        </p:nvGrpSpPr>
        <p:grpSpPr>
          <a:xfrm>
            <a:off x="0" y="6396331"/>
            <a:ext cx="12191998" cy="461669"/>
            <a:chOff x="0" y="6396331"/>
            <a:chExt cx="12368695" cy="461669"/>
          </a:xfrm>
        </p:grpSpPr>
        <p:sp>
          <p:nvSpPr>
            <p:cNvPr id="4" name="文本框 3">
              <a:extLst>
                <a:ext uri="{FF2B5EF4-FFF2-40B4-BE49-F238E27FC236}">
                  <a16:creationId xmlns:a16="http://schemas.microsoft.com/office/drawing/2014/main" id="{A9AA0D72-675D-2C49-BC90-F0DA7FA8833F}"/>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lab</a:t>
              </a:r>
              <a:r>
                <a:rPr kumimoji="1" lang="zh-CN" altLang="en-US" sz="2400" b="1" dirty="0">
                  <a:latin typeface="Times New Roman" panose="02020603050405020304" pitchFamily="18" charset="0"/>
                  <a:cs typeface="Times New Roman" panose="02020603050405020304" pitchFamily="18" charset="0"/>
                </a:rPr>
                <a:t>简介</a:t>
              </a:r>
            </a:p>
          </p:txBody>
        </p:sp>
        <p:sp>
          <p:nvSpPr>
            <p:cNvPr id="5" name="文本框 4">
              <a:extLst>
                <a:ext uri="{FF2B5EF4-FFF2-40B4-BE49-F238E27FC236}">
                  <a16:creationId xmlns:a16="http://schemas.microsoft.com/office/drawing/2014/main" id="{8748502E-0382-0845-84EB-DBB940AD496A}"/>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1C28698B-AA49-3A48-B5FA-35BCAF448EB4}"/>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2A010832-9F61-7F4A-9284-9F7DA78B1A35}"/>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34FC91A6-B9E2-5748-BE72-51E23E9C8EA7}"/>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9C4A5860-8AE1-7A40-B09C-3B48BED13867}"/>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47A58F92-948E-6245-A0A5-E94E6DBA3C0C}"/>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文本框 12">
            <a:extLst>
              <a:ext uri="{FF2B5EF4-FFF2-40B4-BE49-F238E27FC236}">
                <a16:creationId xmlns:a16="http://schemas.microsoft.com/office/drawing/2014/main" id="{7DDF09DC-0464-5B4E-B843-06733E28DE99}"/>
              </a:ext>
            </a:extLst>
          </p:cNvPr>
          <p:cNvSpPr txBox="1"/>
          <p:nvPr/>
        </p:nvSpPr>
        <p:spPr>
          <a:xfrm>
            <a:off x="457200" y="536713"/>
            <a:ext cx="1636987" cy="584775"/>
          </a:xfrm>
          <a:prstGeom prst="rect">
            <a:avLst/>
          </a:prstGeom>
          <a:noFill/>
        </p:spPr>
        <p:txBody>
          <a:bodyPr wrap="none" rtlCol="0">
            <a:spAutoFit/>
          </a:bodyPr>
          <a:lstStyle/>
          <a:p>
            <a:r>
              <a:rPr kumimoji="1" lang="en-US" altLang="zh-CN" sz="3200" dirty="0">
                <a:latin typeface="Times New Roman" panose="02020603050405020304" pitchFamily="18" charset="0"/>
                <a:cs typeface="Times New Roman" panose="02020603050405020304" pitchFamily="18" charset="0"/>
              </a:rPr>
              <a:t>Lab</a:t>
            </a:r>
            <a:r>
              <a:rPr kumimoji="1" lang="zh-CN" altLang="en-US" sz="3200" dirty="0">
                <a:latin typeface="Times New Roman" panose="02020603050405020304" pitchFamily="18" charset="0"/>
                <a:cs typeface="Times New Roman" panose="02020603050405020304" pitchFamily="18" charset="0"/>
              </a:rPr>
              <a:t>解读</a:t>
            </a:r>
          </a:p>
        </p:txBody>
      </p:sp>
      <p:sp>
        <p:nvSpPr>
          <p:cNvPr id="16" name="灯片编号占位符 15">
            <a:extLst>
              <a:ext uri="{FF2B5EF4-FFF2-40B4-BE49-F238E27FC236}">
                <a16:creationId xmlns:a16="http://schemas.microsoft.com/office/drawing/2014/main" id="{DC796F89-66E9-FC4F-9A7F-590403EEB8CA}"/>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2</a:t>
            </a:fld>
            <a:endParaRPr kumimoji="1" lang="zh-CN" altLang="en-US" dirty="0">
              <a:latin typeface="Times New Roman" panose="02020603050405020304" pitchFamily="18" charset="0"/>
              <a:cs typeface="Times New Roman" panose="02020603050405020304" pitchFamily="18" charset="0"/>
            </a:endParaRPr>
          </a:p>
        </p:txBody>
      </p:sp>
      <p:sp>
        <p:nvSpPr>
          <p:cNvPr id="17" name="文本框 16">
            <a:extLst>
              <a:ext uri="{FF2B5EF4-FFF2-40B4-BE49-F238E27FC236}">
                <a16:creationId xmlns:a16="http://schemas.microsoft.com/office/drawing/2014/main" id="{3053133E-F187-4743-A897-EA219F330C92}"/>
              </a:ext>
            </a:extLst>
          </p:cNvPr>
          <p:cNvSpPr txBox="1"/>
          <p:nvPr/>
        </p:nvSpPr>
        <p:spPr>
          <a:xfrm>
            <a:off x="785191" y="1480929"/>
            <a:ext cx="8557592" cy="391402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kumimoji="1" lang="zh-CN" altLang="en-US" sz="2400" dirty="0">
                <a:latin typeface="Times New Roman" panose="02020603050405020304" pitchFamily="18" charset="0"/>
                <a:cs typeface="Times New Roman" panose="02020603050405020304" pitchFamily="18" charset="0"/>
              </a:rPr>
              <a:t>需要修改的文件：无</a:t>
            </a:r>
            <a:endParaRPr kumimoji="1" lang="en-US" altLang="zh-CN"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kumimoji="1" lang="zh-CN" altLang="en-US" sz="2400" dirty="0">
                <a:latin typeface="Times New Roman" panose="02020603050405020304" pitchFamily="18" charset="0"/>
                <a:cs typeface="Times New Roman" panose="02020603050405020304" pitchFamily="18" charset="0"/>
              </a:rPr>
              <a:t>需要解决的问题：发现并拆除炸弹</a:t>
            </a:r>
            <a:endParaRPr kumimoji="1" lang="en-US" altLang="zh-CN"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kumimoji="1" lang="zh-CN" altLang="en-US" sz="2400" dirty="0">
                <a:latin typeface="Times New Roman" panose="02020603050405020304" pitchFamily="18" charset="0"/>
                <a:cs typeface="Times New Roman" panose="02020603050405020304" pitchFamily="18" charset="0"/>
              </a:rPr>
              <a:t>如何开始</a:t>
            </a:r>
            <a:r>
              <a:rPr kumimoji="1" lang="en-US" altLang="zh-CN" sz="2400" dirty="0">
                <a:latin typeface="Times New Roman" panose="02020603050405020304" pitchFamily="18" charset="0"/>
                <a:cs typeface="Times New Roman" panose="02020603050405020304" pitchFamily="18" charset="0"/>
              </a:rPr>
              <a:t>?</a:t>
            </a:r>
          </a:p>
          <a:p>
            <a:pPr>
              <a:lnSpc>
                <a:spcPct val="150000"/>
              </a:lnSpc>
            </a:pPr>
            <a:r>
              <a:rPr kumimoji="1" lang="en-US" altLang="zh-CN" sz="2400" dirty="0">
                <a:latin typeface="Times New Roman" panose="02020603050405020304" pitchFamily="18" charset="0"/>
                <a:cs typeface="Times New Roman" panose="02020603050405020304" pitchFamily="18" charset="0"/>
              </a:rPr>
              <a:t>	﻿tar  -xvf  bomb651.tar</a:t>
            </a:r>
          </a:p>
          <a:p>
            <a:pPr>
              <a:lnSpc>
                <a:spcPct val="150000"/>
              </a:lnSpc>
            </a:pPr>
            <a:r>
              <a:rPr kumimoji="1" lang="en-US" altLang="zh-CN" sz="2400" dirty="0">
                <a:latin typeface="Times New Roman" panose="02020603050405020304" pitchFamily="18" charset="0"/>
                <a:cs typeface="Times New Roman" panose="02020603050405020304" pitchFamily="18" charset="0"/>
              </a:rPr>
              <a:t>	cd ./bomb</a:t>
            </a:r>
          </a:p>
          <a:p>
            <a:pPr>
              <a:lnSpc>
                <a:spcPct val="150000"/>
              </a:lnSpc>
            </a:pPr>
            <a:r>
              <a:rPr kumimoji="1" lang="en-US" altLang="zh-CN" sz="2400" dirty="0">
                <a:latin typeface="Times New Roman" panose="02020603050405020304" pitchFamily="18" charset="0"/>
                <a:cs typeface="Times New Roman" panose="02020603050405020304" pitchFamily="18" charset="0"/>
              </a:rPr>
              <a:t>	</a:t>
            </a:r>
            <a:r>
              <a:rPr lang="es-ES" altLang="zh-CN" sz="2400" dirty="0" err="1">
                <a:latin typeface="Times New Roman" panose="02020603050405020304" pitchFamily="18" charset="0"/>
                <a:cs typeface="Times New Roman" panose="02020603050405020304" pitchFamily="18" charset="0"/>
              </a:rPr>
              <a:t>objdump</a:t>
            </a:r>
            <a:r>
              <a:rPr lang="es-ES" altLang="zh-CN" sz="2400" dirty="0">
                <a:latin typeface="Times New Roman" panose="02020603050405020304" pitchFamily="18" charset="0"/>
                <a:cs typeface="Times New Roman" panose="02020603050405020304" pitchFamily="18" charset="0"/>
              </a:rPr>
              <a:t> -d </a:t>
            </a:r>
            <a:r>
              <a:rPr lang="es-ES" altLang="zh-CN" sz="2400" dirty="0" err="1">
                <a:latin typeface="Times New Roman" panose="02020603050405020304" pitchFamily="18" charset="0"/>
                <a:cs typeface="Times New Roman" panose="02020603050405020304" pitchFamily="18" charset="0"/>
              </a:rPr>
              <a:t>bomb</a:t>
            </a:r>
            <a:r>
              <a:rPr lang="es-ES" altLang="zh-CN" sz="2400" dirty="0">
                <a:latin typeface="Times New Roman" panose="02020603050405020304" pitchFamily="18" charset="0"/>
                <a:cs typeface="Times New Roman" panose="02020603050405020304" pitchFamily="18" charset="0"/>
              </a:rPr>
              <a:t> &gt; </a:t>
            </a:r>
            <a:r>
              <a:rPr lang="es-ES" altLang="zh-CN" sz="2400" dirty="0" err="1">
                <a:latin typeface="Times New Roman" panose="02020603050405020304" pitchFamily="18" charset="0"/>
                <a:cs typeface="Times New Roman" panose="02020603050405020304" pitchFamily="18" charset="0"/>
              </a:rPr>
              <a:t>bomb.txt</a:t>
            </a:r>
            <a:r>
              <a:rPr lang="es-ES" altLang="zh-CN" sz="2400" dirty="0">
                <a:latin typeface="Times New Roman" panose="02020603050405020304" pitchFamily="18" charset="0"/>
                <a:cs typeface="Times New Roman" panose="02020603050405020304" pitchFamily="18" charset="0"/>
              </a:rPr>
              <a:t>        </a:t>
            </a:r>
            <a:r>
              <a:rPr lang="es-ES" altLang="zh-CN" sz="2400" dirty="0" err="1">
                <a:solidFill>
                  <a:schemeClr val="bg2">
                    <a:lumMod val="75000"/>
                  </a:schemeClr>
                </a:solidFill>
                <a:latin typeface="Times New Roman" panose="02020603050405020304" pitchFamily="18" charset="0"/>
                <a:cs typeface="Times New Roman" panose="02020603050405020304" pitchFamily="18" charset="0"/>
              </a:rPr>
              <a:t>ctrl</a:t>
            </a:r>
            <a:r>
              <a:rPr lang="es-ES" altLang="zh-CN" sz="2400" dirty="0">
                <a:solidFill>
                  <a:schemeClr val="bg2">
                    <a:lumMod val="75000"/>
                  </a:schemeClr>
                </a:solidFill>
                <a:latin typeface="Times New Roman" panose="02020603050405020304" pitchFamily="18" charset="0"/>
                <a:cs typeface="Times New Roman" panose="02020603050405020304" pitchFamily="18" charset="0"/>
              </a:rPr>
              <a:t>/</a:t>
            </a:r>
            <a:r>
              <a:rPr lang="en-US" altLang="zh-CN" sz="2400" dirty="0" err="1">
                <a:solidFill>
                  <a:schemeClr val="bg2">
                    <a:lumMod val="75000"/>
                  </a:schemeClr>
                </a:solidFill>
                <a:latin typeface="Times New Roman" panose="02020603050405020304" pitchFamily="18" charset="0"/>
                <a:cs typeface="Times New Roman" panose="02020603050405020304" pitchFamily="18" charset="0"/>
              </a:rPr>
              <a:t>command+f</a:t>
            </a:r>
            <a:endParaRPr lang="es-ES" altLang="zh-CN" sz="2400" dirty="0">
              <a:solidFill>
                <a:schemeClr val="bg2">
                  <a:lumMod val="75000"/>
                </a:schemeClr>
              </a:solidFill>
              <a:latin typeface="Times New Roman" panose="02020603050405020304" pitchFamily="18" charset="0"/>
              <a:cs typeface="Times New Roman" panose="02020603050405020304" pitchFamily="18" charset="0"/>
            </a:endParaRPr>
          </a:p>
          <a:p>
            <a:pPr>
              <a:lnSpc>
                <a:spcPct val="150000"/>
              </a:lnSpc>
            </a:pPr>
            <a:r>
              <a:rPr kumimoji="1" lang="es-ES" altLang="zh-CN" sz="2400" dirty="0">
                <a:latin typeface="Times New Roman" panose="02020603050405020304" pitchFamily="18" charset="0"/>
                <a:cs typeface="Times New Roman" panose="02020603050405020304" pitchFamily="18" charset="0"/>
              </a:rPr>
              <a:t>	</a:t>
            </a:r>
            <a:r>
              <a:rPr kumimoji="1" lang="es-ES" altLang="zh-CN" sz="2400" dirty="0" err="1">
                <a:latin typeface="Times New Roman" panose="02020603050405020304" pitchFamily="18" charset="0"/>
                <a:cs typeface="Times New Roman" panose="02020603050405020304" pitchFamily="18" charset="0"/>
              </a:rPr>
              <a:t>gdb</a:t>
            </a:r>
            <a:r>
              <a:rPr kumimoji="1" lang="es-ES" altLang="zh-CN" sz="2400" dirty="0">
                <a:latin typeface="Times New Roman" panose="02020603050405020304" pitchFamily="18" charset="0"/>
                <a:cs typeface="Times New Roman" panose="02020603050405020304" pitchFamily="18" charset="0"/>
              </a:rPr>
              <a:t> </a:t>
            </a:r>
            <a:r>
              <a:rPr kumimoji="1" lang="es-ES" altLang="zh-CN" sz="2400" dirty="0" err="1">
                <a:latin typeface="Times New Roman" panose="02020603050405020304" pitchFamily="18" charset="0"/>
                <a:cs typeface="Times New Roman" panose="02020603050405020304" pitchFamily="18" charset="0"/>
              </a:rPr>
              <a:t>bomb</a:t>
            </a:r>
            <a:endParaRPr kumimoji="1" lang="en-US" altLang="zh-C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49113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a:extLst>
              <a:ext uri="{FF2B5EF4-FFF2-40B4-BE49-F238E27FC236}">
                <a16:creationId xmlns:a16="http://schemas.microsoft.com/office/drawing/2014/main" id="{3A9EA306-93DD-8B4F-88AC-C800323FE864}"/>
              </a:ext>
            </a:extLst>
          </p:cNvPr>
          <p:cNvGrpSpPr/>
          <p:nvPr/>
        </p:nvGrpSpPr>
        <p:grpSpPr>
          <a:xfrm>
            <a:off x="0" y="6396331"/>
            <a:ext cx="12191998" cy="461669"/>
            <a:chOff x="0" y="6396331"/>
            <a:chExt cx="12368695" cy="461669"/>
          </a:xfrm>
        </p:grpSpPr>
        <p:sp>
          <p:nvSpPr>
            <p:cNvPr id="4" name="文本框 3">
              <a:extLst>
                <a:ext uri="{FF2B5EF4-FFF2-40B4-BE49-F238E27FC236}">
                  <a16:creationId xmlns:a16="http://schemas.microsoft.com/office/drawing/2014/main" id="{A9AA0D72-675D-2C49-BC90-F0DA7FA8833F}"/>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lab</a:t>
              </a:r>
              <a:r>
                <a:rPr kumimoji="1" lang="zh-CN" altLang="en-US" sz="2400" b="1" dirty="0">
                  <a:latin typeface="Times New Roman" panose="02020603050405020304" pitchFamily="18" charset="0"/>
                  <a:cs typeface="Times New Roman" panose="02020603050405020304" pitchFamily="18" charset="0"/>
                </a:rPr>
                <a:t>简介</a:t>
              </a:r>
            </a:p>
          </p:txBody>
        </p:sp>
        <p:sp>
          <p:nvSpPr>
            <p:cNvPr id="5" name="文本框 4">
              <a:extLst>
                <a:ext uri="{FF2B5EF4-FFF2-40B4-BE49-F238E27FC236}">
                  <a16:creationId xmlns:a16="http://schemas.microsoft.com/office/drawing/2014/main" id="{8748502E-0382-0845-84EB-DBB940AD496A}"/>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1C28698B-AA49-3A48-B5FA-35BCAF448EB4}"/>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2A010832-9F61-7F4A-9284-9F7DA78B1A35}"/>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34FC91A6-B9E2-5748-BE72-51E23E9C8EA7}"/>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9C4A5860-8AE1-7A40-B09C-3B48BED13867}"/>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47A58F92-948E-6245-A0A5-E94E6DBA3C0C}"/>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文本框 12">
            <a:extLst>
              <a:ext uri="{FF2B5EF4-FFF2-40B4-BE49-F238E27FC236}">
                <a16:creationId xmlns:a16="http://schemas.microsoft.com/office/drawing/2014/main" id="{7DDF09DC-0464-5B4E-B843-06733E28DE99}"/>
              </a:ext>
            </a:extLst>
          </p:cNvPr>
          <p:cNvSpPr txBox="1"/>
          <p:nvPr/>
        </p:nvSpPr>
        <p:spPr>
          <a:xfrm>
            <a:off x="457200" y="536713"/>
            <a:ext cx="1723549" cy="584775"/>
          </a:xfrm>
          <a:prstGeom prst="rect">
            <a:avLst/>
          </a:prstGeom>
          <a:noFill/>
        </p:spPr>
        <p:txBody>
          <a:bodyPr wrap="none" rtlCol="0">
            <a:spAutoFit/>
          </a:bodyPr>
          <a:lstStyle/>
          <a:p>
            <a:r>
              <a:rPr kumimoji="1" lang="en-US" altLang="zh-CN" sz="3200" dirty="0" err="1">
                <a:latin typeface="Times New Roman" panose="02020603050405020304" pitchFamily="18" charset="0"/>
                <a:cs typeface="Times New Roman" panose="02020603050405020304" pitchFamily="18" charset="0"/>
              </a:rPr>
              <a:t>gdb</a:t>
            </a:r>
            <a:r>
              <a:rPr kumimoji="1" lang="zh-CN" altLang="en-US" sz="3200" dirty="0">
                <a:latin typeface="Times New Roman" panose="02020603050405020304" pitchFamily="18" charset="0"/>
                <a:cs typeface="Times New Roman" panose="02020603050405020304" pitchFamily="18" charset="0"/>
              </a:rPr>
              <a:t> 调试</a:t>
            </a:r>
          </a:p>
        </p:txBody>
      </p:sp>
      <p:sp>
        <p:nvSpPr>
          <p:cNvPr id="16" name="灯片编号占位符 15">
            <a:extLst>
              <a:ext uri="{FF2B5EF4-FFF2-40B4-BE49-F238E27FC236}">
                <a16:creationId xmlns:a16="http://schemas.microsoft.com/office/drawing/2014/main" id="{DC796F89-66E9-FC4F-9A7F-590403EEB8CA}"/>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3</a:t>
            </a:fld>
            <a:endParaRPr kumimoji="1" lang="zh-CN" altLang="en-US" dirty="0">
              <a:latin typeface="Times New Roman" panose="02020603050405020304" pitchFamily="18" charset="0"/>
              <a:cs typeface="Times New Roman" panose="02020603050405020304" pitchFamily="18" charset="0"/>
            </a:endParaRPr>
          </a:p>
        </p:txBody>
      </p:sp>
      <p:pic>
        <p:nvPicPr>
          <p:cNvPr id="10" name="图片 9">
            <a:extLst>
              <a:ext uri="{FF2B5EF4-FFF2-40B4-BE49-F238E27FC236}">
                <a16:creationId xmlns:a16="http://schemas.microsoft.com/office/drawing/2014/main" id="{15171442-DA14-CA42-9ACB-9F201250C727}"/>
              </a:ext>
            </a:extLst>
          </p:cNvPr>
          <p:cNvPicPr>
            <a:picLocks noChangeAspect="1"/>
          </p:cNvPicPr>
          <p:nvPr/>
        </p:nvPicPr>
        <p:blipFill>
          <a:blip r:embed="rId2"/>
          <a:stretch>
            <a:fillRect/>
          </a:stretch>
        </p:blipFill>
        <p:spPr>
          <a:xfrm>
            <a:off x="4863546" y="1320798"/>
            <a:ext cx="3670300" cy="2222500"/>
          </a:xfrm>
          <a:prstGeom prst="rect">
            <a:avLst/>
          </a:prstGeom>
        </p:spPr>
      </p:pic>
      <p:pic>
        <p:nvPicPr>
          <p:cNvPr id="14" name="图片 13">
            <a:extLst>
              <a:ext uri="{FF2B5EF4-FFF2-40B4-BE49-F238E27FC236}">
                <a16:creationId xmlns:a16="http://schemas.microsoft.com/office/drawing/2014/main" id="{A9A4D77C-FD16-CB47-A7DB-4723AFA03059}"/>
              </a:ext>
            </a:extLst>
          </p:cNvPr>
          <p:cNvPicPr>
            <a:picLocks noChangeAspect="1"/>
          </p:cNvPicPr>
          <p:nvPr/>
        </p:nvPicPr>
        <p:blipFill>
          <a:blip r:embed="rId3"/>
          <a:stretch>
            <a:fillRect/>
          </a:stretch>
        </p:blipFill>
        <p:spPr>
          <a:xfrm>
            <a:off x="1205946" y="1320800"/>
            <a:ext cx="3657600" cy="3975100"/>
          </a:xfrm>
          <a:prstGeom prst="rect">
            <a:avLst/>
          </a:prstGeom>
        </p:spPr>
      </p:pic>
      <p:sp>
        <p:nvSpPr>
          <p:cNvPr id="15" name="文本框 14">
            <a:extLst>
              <a:ext uri="{FF2B5EF4-FFF2-40B4-BE49-F238E27FC236}">
                <a16:creationId xmlns:a16="http://schemas.microsoft.com/office/drawing/2014/main" id="{63FEC3C3-5035-854B-9F6C-665C66B2EC67}"/>
              </a:ext>
            </a:extLst>
          </p:cNvPr>
          <p:cNvSpPr txBox="1"/>
          <p:nvPr/>
        </p:nvSpPr>
        <p:spPr>
          <a:xfrm>
            <a:off x="5411724" y="4151869"/>
            <a:ext cx="4296369" cy="1141851"/>
          </a:xfrm>
          <a:prstGeom prst="rect">
            <a:avLst/>
          </a:prstGeom>
          <a:noFill/>
        </p:spPr>
        <p:txBody>
          <a:bodyPr wrap="none" rtlCol="0">
            <a:spAutoFit/>
          </a:bodyPr>
          <a:lstStyle/>
          <a:p>
            <a:pPr>
              <a:lnSpc>
                <a:spcPct val="150000"/>
              </a:lnSpc>
            </a:pPr>
            <a:r>
              <a:rPr kumimoji="1" lang="zh-CN" altLang="en-US" sz="2400" dirty="0">
                <a:latin typeface="Times New Roman" panose="02020603050405020304" pitchFamily="18" charset="0"/>
                <a:cs typeface="Times New Roman" panose="02020603050405020304" pitchFamily="18" charset="0"/>
              </a:rPr>
              <a:t>一条好用的指令：</a:t>
            </a:r>
            <a:r>
              <a:rPr kumimoji="1" lang="es-ES" altLang="zh-CN" sz="2400" b="1" dirty="0" err="1">
                <a:latin typeface="Times New Roman" panose="02020603050405020304" pitchFamily="18" charset="0"/>
                <a:cs typeface="Times New Roman" panose="02020603050405020304" pitchFamily="18" charset="0"/>
              </a:rPr>
              <a:t>display</a:t>
            </a:r>
            <a:r>
              <a:rPr kumimoji="1" lang="es-ES" altLang="zh-CN" sz="2400" b="1" dirty="0">
                <a:latin typeface="Times New Roman" panose="02020603050405020304" pitchFamily="18" charset="0"/>
                <a:cs typeface="Times New Roman" panose="02020603050405020304" pitchFamily="18" charset="0"/>
              </a:rPr>
              <a:t>/i $pc</a:t>
            </a:r>
          </a:p>
          <a:p>
            <a:pPr>
              <a:lnSpc>
                <a:spcPct val="150000"/>
              </a:lnSpc>
            </a:pPr>
            <a:r>
              <a:rPr kumimoji="1" lang="zh-CN" altLang="es-ES" sz="2400" dirty="0">
                <a:latin typeface="Times New Roman" panose="02020603050405020304" pitchFamily="18" charset="0"/>
                <a:cs typeface="Times New Roman" panose="02020603050405020304" pitchFamily="18" charset="0"/>
              </a:rPr>
              <a:t>显示</a:t>
            </a:r>
            <a:r>
              <a:rPr kumimoji="1" lang="zh-CN" altLang="en-US" sz="2400" dirty="0">
                <a:latin typeface="Times New Roman" panose="02020603050405020304" pitchFamily="18" charset="0"/>
                <a:cs typeface="Times New Roman" panose="02020603050405020304" pitchFamily="18" charset="0"/>
              </a:rPr>
              <a:t>下一步将要执行的指令</a:t>
            </a:r>
          </a:p>
        </p:txBody>
      </p:sp>
    </p:spTree>
    <p:extLst>
      <p:ext uri="{BB962C8B-B14F-4D97-AF65-F5344CB8AC3E}">
        <p14:creationId xmlns:p14="http://schemas.microsoft.com/office/powerpoint/2010/main" val="8765950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a:extLst>
              <a:ext uri="{FF2B5EF4-FFF2-40B4-BE49-F238E27FC236}">
                <a16:creationId xmlns:a16="http://schemas.microsoft.com/office/drawing/2014/main" id="{3A9EA306-93DD-8B4F-88AC-C800323FE864}"/>
              </a:ext>
            </a:extLst>
          </p:cNvPr>
          <p:cNvGrpSpPr/>
          <p:nvPr/>
        </p:nvGrpSpPr>
        <p:grpSpPr>
          <a:xfrm>
            <a:off x="0" y="6396331"/>
            <a:ext cx="12191998" cy="461669"/>
            <a:chOff x="0" y="6396331"/>
            <a:chExt cx="12368695" cy="461669"/>
          </a:xfrm>
        </p:grpSpPr>
        <p:sp>
          <p:nvSpPr>
            <p:cNvPr id="4" name="文本框 3">
              <a:extLst>
                <a:ext uri="{FF2B5EF4-FFF2-40B4-BE49-F238E27FC236}">
                  <a16:creationId xmlns:a16="http://schemas.microsoft.com/office/drawing/2014/main" id="{A9AA0D72-675D-2C49-BC90-F0DA7FA8833F}"/>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lab</a:t>
              </a:r>
              <a:r>
                <a:rPr kumimoji="1" lang="zh-CN" altLang="en-US" sz="2400" b="1" dirty="0">
                  <a:latin typeface="Times New Roman" panose="02020603050405020304" pitchFamily="18" charset="0"/>
                  <a:cs typeface="Times New Roman" panose="02020603050405020304" pitchFamily="18" charset="0"/>
                </a:rPr>
                <a:t>简介</a:t>
              </a:r>
            </a:p>
          </p:txBody>
        </p:sp>
        <p:sp>
          <p:nvSpPr>
            <p:cNvPr id="5" name="文本框 4">
              <a:extLst>
                <a:ext uri="{FF2B5EF4-FFF2-40B4-BE49-F238E27FC236}">
                  <a16:creationId xmlns:a16="http://schemas.microsoft.com/office/drawing/2014/main" id="{8748502E-0382-0845-84EB-DBB940AD496A}"/>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1C28698B-AA49-3A48-B5FA-35BCAF448EB4}"/>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2A010832-9F61-7F4A-9284-9F7DA78B1A35}"/>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34FC91A6-B9E2-5748-BE72-51E23E9C8EA7}"/>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9C4A5860-8AE1-7A40-B09C-3B48BED13867}"/>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47A58F92-948E-6245-A0A5-E94E6DBA3C0C}"/>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文本框 12">
            <a:extLst>
              <a:ext uri="{FF2B5EF4-FFF2-40B4-BE49-F238E27FC236}">
                <a16:creationId xmlns:a16="http://schemas.microsoft.com/office/drawing/2014/main" id="{7DDF09DC-0464-5B4E-B843-06733E28DE99}"/>
              </a:ext>
            </a:extLst>
          </p:cNvPr>
          <p:cNvSpPr txBox="1"/>
          <p:nvPr/>
        </p:nvSpPr>
        <p:spPr>
          <a:xfrm>
            <a:off x="457200" y="536713"/>
            <a:ext cx="3688830" cy="584775"/>
          </a:xfrm>
          <a:prstGeom prst="rect">
            <a:avLst/>
          </a:prstGeom>
          <a:noFill/>
        </p:spPr>
        <p:txBody>
          <a:bodyPr wrap="none" rtlCol="0">
            <a:spAutoFit/>
          </a:bodyPr>
          <a:lstStyle/>
          <a:p>
            <a:r>
              <a:rPr kumimoji="1" lang="en-US" altLang="zh-CN" sz="3200" dirty="0">
                <a:latin typeface="Times New Roman" panose="02020603050405020304" pitchFamily="18" charset="0"/>
                <a:cs typeface="Times New Roman" panose="02020603050405020304" pitchFamily="18" charset="0"/>
              </a:rPr>
              <a:t>main </a:t>
            </a:r>
            <a:r>
              <a:rPr kumimoji="1" lang="zh-CN" altLang="en-US" sz="3200" dirty="0">
                <a:latin typeface="Times New Roman" panose="02020603050405020304" pitchFamily="18" charset="0"/>
                <a:cs typeface="Times New Roman" panose="02020603050405020304" pitchFamily="18" charset="0"/>
              </a:rPr>
              <a:t>函数中的信息</a:t>
            </a:r>
          </a:p>
        </p:txBody>
      </p:sp>
      <p:sp>
        <p:nvSpPr>
          <p:cNvPr id="16" name="灯片编号占位符 15">
            <a:extLst>
              <a:ext uri="{FF2B5EF4-FFF2-40B4-BE49-F238E27FC236}">
                <a16:creationId xmlns:a16="http://schemas.microsoft.com/office/drawing/2014/main" id="{DC796F89-66E9-FC4F-9A7F-590403EEB8CA}"/>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4</a:t>
            </a:fld>
            <a:endParaRPr kumimoji="1" lang="zh-CN" altLang="en-US" dirty="0">
              <a:latin typeface="Times New Roman" panose="02020603050405020304" pitchFamily="18" charset="0"/>
              <a:cs typeface="Times New Roman" panose="02020603050405020304" pitchFamily="18" charset="0"/>
            </a:endParaRPr>
          </a:p>
        </p:txBody>
      </p:sp>
      <p:pic>
        <p:nvPicPr>
          <p:cNvPr id="2" name="图片 1">
            <a:extLst>
              <a:ext uri="{FF2B5EF4-FFF2-40B4-BE49-F238E27FC236}">
                <a16:creationId xmlns:a16="http://schemas.microsoft.com/office/drawing/2014/main" id="{9E2123F8-5D75-884E-925E-77B96F18D351}"/>
              </a:ext>
            </a:extLst>
          </p:cNvPr>
          <p:cNvPicPr>
            <a:picLocks noChangeAspect="1"/>
          </p:cNvPicPr>
          <p:nvPr/>
        </p:nvPicPr>
        <p:blipFill>
          <a:blip r:embed="rId2"/>
          <a:stretch>
            <a:fillRect/>
          </a:stretch>
        </p:blipFill>
        <p:spPr>
          <a:xfrm>
            <a:off x="953736" y="2289175"/>
            <a:ext cx="10284528" cy="2279650"/>
          </a:xfrm>
          <a:prstGeom prst="rect">
            <a:avLst/>
          </a:prstGeom>
        </p:spPr>
      </p:pic>
    </p:spTree>
    <p:extLst>
      <p:ext uri="{BB962C8B-B14F-4D97-AF65-F5344CB8AC3E}">
        <p14:creationId xmlns:p14="http://schemas.microsoft.com/office/powerpoint/2010/main" val="30013503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a:extLst>
              <a:ext uri="{FF2B5EF4-FFF2-40B4-BE49-F238E27FC236}">
                <a16:creationId xmlns:a16="http://schemas.microsoft.com/office/drawing/2014/main" id="{3A9EA306-93DD-8B4F-88AC-C800323FE864}"/>
              </a:ext>
            </a:extLst>
          </p:cNvPr>
          <p:cNvGrpSpPr/>
          <p:nvPr/>
        </p:nvGrpSpPr>
        <p:grpSpPr>
          <a:xfrm>
            <a:off x="0" y="6396331"/>
            <a:ext cx="12191998" cy="461669"/>
            <a:chOff x="0" y="6396331"/>
            <a:chExt cx="12368695" cy="461669"/>
          </a:xfrm>
        </p:grpSpPr>
        <p:sp>
          <p:nvSpPr>
            <p:cNvPr id="4" name="文本框 3">
              <a:extLst>
                <a:ext uri="{FF2B5EF4-FFF2-40B4-BE49-F238E27FC236}">
                  <a16:creationId xmlns:a16="http://schemas.microsoft.com/office/drawing/2014/main" id="{A9AA0D72-675D-2C49-BC90-F0DA7FA8833F}"/>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lab</a:t>
              </a:r>
              <a:r>
                <a:rPr kumimoji="1" lang="zh-CN" altLang="en-US" sz="2400" b="1" dirty="0">
                  <a:latin typeface="Times New Roman" panose="02020603050405020304" pitchFamily="18" charset="0"/>
                  <a:cs typeface="Times New Roman" panose="02020603050405020304" pitchFamily="18" charset="0"/>
                </a:rPr>
                <a:t>简介</a:t>
              </a:r>
            </a:p>
          </p:txBody>
        </p:sp>
        <p:sp>
          <p:nvSpPr>
            <p:cNvPr id="5" name="文本框 4">
              <a:extLst>
                <a:ext uri="{FF2B5EF4-FFF2-40B4-BE49-F238E27FC236}">
                  <a16:creationId xmlns:a16="http://schemas.microsoft.com/office/drawing/2014/main" id="{8748502E-0382-0845-84EB-DBB940AD496A}"/>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1C28698B-AA49-3A48-B5FA-35BCAF448EB4}"/>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2A010832-9F61-7F4A-9284-9F7DA78B1A35}"/>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34FC91A6-B9E2-5748-BE72-51E23E9C8EA7}"/>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9C4A5860-8AE1-7A40-B09C-3B48BED13867}"/>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47A58F92-948E-6245-A0A5-E94E6DBA3C0C}"/>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文本框 12">
            <a:extLst>
              <a:ext uri="{FF2B5EF4-FFF2-40B4-BE49-F238E27FC236}">
                <a16:creationId xmlns:a16="http://schemas.microsoft.com/office/drawing/2014/main" id="{7DDF09DC-0464-5B4E-B843-06733E28DE99}"/>
              </a:ext>
            </a:extLst>
          </p:cNvPr>
          <p:cNvSpPr txBox="1"/>
          <p:nvPr/>
        </p:nvSpPr>
        <p:spPr>
          <a:xfrm>
            <a:off x="457200" y="536713"/>
            <a:ext cx="3057247" cy="584775"/>
          </a:xfrm>
          <a:prstGeom prst="rect">
            <a:avLst/>
          </a:prstGeom>
          <a:noFill/>
        </p:spPr>
        <p:txBody>
          <a:bodyPr wrap="none" rtlCol="0">
            <a:spAutoFit/>
          </a:bodyPr>
          <a:lstStyle/>
          <a:p>
            <a:r>
              <a:rPr kumimoji="1" lang="zh-CN" altLang="en-US" sz="3200" dirty="0">
                <a:latin typeface="Times New Roman" panose="02020603050405020304" pitchFamily="18" charset="0"/>
                <a:cs typeface="Times New Roman" panose="02020603050405020304" pitchFamily="18" charset="0"/>
              </a:rPr>
              <a:t>其他需要的信息</a:t>
            </a:r>
          </a:p>
        </p:txBody>
      </p:sp>
      <p:sp>
        <p:nvSpPr>
          <p:cNvPr id="16" name="灯片编号占位符 15">
            <a:extLst>
              <a:ext uri="{FF2B5EF4-FFF2-40B4-BE49-F238E27FC236}">
                <a16:creationId xmlns:a16="http://schemas.microsoft.com/office/drawing/2014/main" id="{DC796F89-66E9-FC4F-9A7F-590403EEB8CA}"/>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5</a:t>
            </a:fld>
            <a:endParaRPr kumimoji="1" lang="zh-CN" altLang="en-US" dirty="0">
              <a:latin typeface="Times New Roman" panose="02020603050405020304" pitchFamily="18" charset="0"/>
              <a:cs typeface="Times New Roman" panose="02020603050405020304" pitchFamily="18" charset="0"/>
            </a:endParaRPr>
          </a:p>
        </p:txBody>
      </p:sp>
      <p:pic>
        <p:nvPicPr>
          <p:cNvPr id="10" name="图片 9">
            <a:extLst>
              <a:ext uri="{FF2B5EF4-FFF2-40B4-BE49-F238E27FC236}">
                <a16:creationId xmlns:a16="http://schemas.microsoft.com/office/drawing/2014/main" id="{C88FC743-1CCA-0C4D-A94D-289EA4473DE8}"/>
              </a:ext>
            </a:extLst>
          </p:cNvPr>
          <p:cNvPicPr>
            <a:picLocks noChangeAspect="1"/>
          </p:cNvPicPr>
          <p:nvPr/>
        </p:nvPicPr>
        <p:blipFill>
          <a:blip r:embed="rId2"/>
          <a:stretch>
            <a:fillRect/>
          </a:stretch>
        </p:blipFill>
        <p:spPr>
          <a:xfrm>
            <a:off x="405257" y="1372428"/>
            <a:ext cx="5690743" cy="3370246"/>
          </a:xfrm>
          <a:prstGeom prst="rect">
            <a:avLst/>
          </a:prstGeom>
        </p:spPr>
      </p:pic>
      <p:pic>
        <p:nvPicPr>
          <p:cNvPr id="14" name="图片 13">
            <a:extLst>
              <a:ext uri="{FF2B5EF4-FFF2-40B4-BE49-F238E27FC236}">
                <a16:creationId xmlns:a16="http://schemas.microsoft.com/office/drawing/2014/main" id="{9D714B79-8161-7941-8D5D-5475C43894BD}"/>
              </a:ext>
            </a:extLst>
          </p:cNvPr>
          <p:cNvPicPr>
            <a:picLocks noChangeAspect="1"/>
          </p:cNvPicPr>
          <p:nvPr/>
        </p:nvPicPr>
        <p:blipFill>
          <a:blip r:embed="rId3"/>
          <a:stretch>
            <a:fillRect/>
          </a:stretch>
        </p:blipFill>
        <p:spPr>
          <a:xfrm>
            <a:off x="6164290" y="1591553"/>
            <a:ext cx="5659487" cy="3220695"/>
          </a:xfrm>
          <a:prstGeom prst="rect">
            <a:avLst/>
          </a:prstGeom>
        </p:spPr>
      </p:pic>
    </p:spTree>
    <p:extLst>
      <p:ext uri="{BB962C8B-B14F-4D97-AF65-F5344CB8AC3E}">
        <p14:creationId xmlns:p14="http://schemas.microsoft.com/office/powerpoint/2010/main" val="23946725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1D39432-4792-004C-A585-DDDB7CD66711}"/>
              </a:ext>
            </a:extLst>
          </p:cNvPr>
          <p:cNvSpPr txBox="1"/>
          <p:nvPr/>
        </p:nvSpPr>
        <p:spPr>
          <a:xfrm>
            <a:off x="2488095" y="2041068"/>
            <a:ext cx="7215809" cy="2020490"/>
          </a:xfrm>
          <a:prstGeom prst="rect">
            <a:avLst/>
          </a:prstGeom>
          <a:noFill/>
        </p:spPr>
        <p:txBody>
          <a:bodyPr wrap="square" rtlCol="0">
            <a:spAutoFit/>
          </a:bodyPr>
          <a:lstStyle/>
          <a:p>
            <a:pPr algn="ctr">
              <a:lnSpc>
                <a:spcPct val="150000"/>
              </a:lnSpc>
            </a:pPr>
            <a:r>
              <a:rPr kumimoji="1" lang="en-US" altLang="zh-CN" sz="4400" b="1" dirty="0">
                <a:latin typeface="Times New Roman" panose="02020603050405020304" pitchFamily="18" charset="0"/>
                <a:cs typeface="Times New Roman" panose="02020603050405020304" pitchFamily="18" charset="0"/>
              </a:rPr>
              <a:t>phase_1</a:t>
            </a:r>
          </a:p>
          <a:p>
            <a:pPr algn="ctr">
              <a:lnSpc>
                <a:spcPct val="150000"/>
              </a:lnSpc>
            </a:pPr>
            <a:r>
              <a:rPr kumimoji="1" lang="en-US" altLang="zh-CN" sz="4400" dirty="0">
                <a:latin typeface="Times New Roman" panose="02020603050405020304" pitchFamily="18" charset="0"/>
                <a:ea typeface="KaiTi" panose="02010609060101010101" pitchFamily="49" charset="-122"/>
                <a:cs typeface="Times New Roman" panose="02020603050405020304" pitchFamily="18" charset="0"/>
              </a:rPr>
              <a:t>String Search </a:t>
            </a:r>
            <a:endParaRPr kumimoji="1" lang="zh-CN" altLang="en-US" sz="4400" dirty="0">
              <a:latin typeface="Times New Roman" panose="02020603050405020304" pitchFamily="18" charset="0"/>
              <a:ea typeface="KaiTi" panose="02010609060101010101" pitchFamily="49" charset="-122"/>
              <a:cs typeface="Times New Roman" panose="02020603050405020304" pitchFamily="18" charset="0"/>
            </a:endParaRPr>
          </a:p>
        </p:txBody>
      </p:sp>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phase_1</a:t>
              </a:r>
              <a:endParaRPr kumimoji="1" lang="zh-CN" altLang="en-US" sz="2400" b="1" dirty="0">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5" name="灯片编号占位符 14">
            <a:extLst>
              <a:ext uri="{FF2B5EF4-FFF2-40B4-BE49-F238E27FC236}">
                <a16:creationId xmlns:a16="http://schemas.microsoft.com/office/drawing/2014/main" id="{F1C6F950-B312-714A-8BED-0262E4241AC4}"/>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6</a:t>
            </a:fld>
            <a:endParaRPr kumimoji="1"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67010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phase_1</a:t>
              </a:r>
              <a:endParaRPr kumimoji="1" lang="zh-CN" altLang="en-US" sz="2400" b="1" dirty="0">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5" name="灯片编号占位符 14">
            <a:extLst>
              <a:ext uri="{FF2B5EF4-FFF2-40B4-BE49-F238E27FC236}">
                <a16:creationId xmlns:a16="http://schemas.microsoft.com/office/drawing/2014/main" id="{F1C6F950-B312-714A-8BED-0262E4241AC4}"/>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7</a:t>
            </a:fld>
            <a:endParaRPr kumimoji="1" lang="zh-CN" altLang="en-US" dirty="0">
              <a:latin typeface="Times New Roman" panose="02020603050405020304" pitchFamily="18" charset="0"/>
              <a:cs typeface="Times New Roman" panose="02020603050405020304" pitchFamily="18" charset="0"/>
            </a:endParaRPr>
          </a:p>
        </p:txBody>
      </p:sp>
      <p:sp>
        <p:nvSpPr>
          <p:cNvPr id="2" name="文本框 1">
            <a:extLst>
              <a:ext uri="{FF2B5EF4-FFF2-40B4-BE49-F238E27FC236}">
                <a16:creationId xmlns:a16="http://schemas.microsoft.com/office/drawing/2014/main" id="{A4C5DC89-E5B9-EA40-BF7E-E4FF73F2E5CD}"/>
              </a:ext>
            </a:extLst>
          </p:cNvPr>
          <p:cNvSpPr txBox="1"/>
          <p:nvPr/>
        </p:nvSpPr>
        <p:spPr>
          <a:xfrm>
            <a:off x="815009" y="655983"/>
            <a:ext cx="1826141" cy="584775"/>
          </a:xfrm>
          <a:prstGeom prst="rect">
            <a:avLst/>
          </a:prstGeom>
          <a:noFill/>
        </p:spPr>
        <p:txBody>
          <a:bodyPr wrap="none" rtlCol="0">
            <a:spAutoFit/>
          </a:bodyPr>
          <a:lstStyle/>
          <a:p>
            <a:r>
              <a:rPr kumimoji="1" lang="zh-CN" altLang="en-US" sz="3200" dirty="0"/>
              <a:t>解题思路</a:t>
            </a:r>
          </a:p>
        </p:txBody>
      </p:sp>
      <p:sp>
        <p:nvSpPr>
          <p:cNvPr id="13" name="文本框 12">
            <a:extLst>
              <a:ext uri="{FF2B5EF4-FFF2-40B4-BE49-F238E27FC236}">
                <a16:creationId xmlns:a16="http://schemas.microsoft.com/office/drawing/2014/main" id="{21F4A14A-AF60-DA41-A669-DB5438AC6F4C}"/>
              </a:ext>
            </a:extLst>
          </p:cNvPr>
          <p:cNvSpPr txBox="1"/>
          <p:nvPr/>
        </p:nvSpPr>
        <p:spPr>
          <a:xfrm>
            <a:off x="894522" y="1540565"/>
            <a:ext cx="7814049" cy="225202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kumimoji="1" lang="zh-CN" altLang="en-US" sz="2400" dirty="0"/>
              <a:t>从内存中找到目标字符串</a:t>
            </a:r>
            <a:endParaRPr kumimoji="1" lang="en-US" altLang="zh-CN" sz="2400" dirty="0"/>
          </a:p>
          <a:p>
            <a:pPr marL="342900" indent="-342900">
              <a:lnSpc>
                <a:spcPct val="150000"/>
              </a:lnSpc>
              <a:buFont typeface="Arial" panose="020B0604020202020204" pitchFamily="34" charset="0"/>
              <a:buChar char="•"/>
            </a:pPr>
            <a:r>
              <a:rPr kumimoji="1" lang="zh-CN" altLang="en-US" sz="2400" dirty="0"/>
              <a:t>与输入字符串比较</a:t>
            </a:r>
            <a:endParaRPr kumimoji="1" lang="en-US" altLang="zh-CN" sz="2400" dirty="0"/>
          </a:p>
          <a:p>
            <a:pPr marL="342900" indent="-342900">
              <a:lnSpc>
                <a:spcPct val="150000"/>
              </a:lnSpc>
              <a:buFont typeface="Arial" panose="020B0604020202020204" pitchFamily="34" charset="0"/>
              <a:buChar char="•"/>
            </a:pPr>
            <a:r>
              <a:rPr kumimoji="1" lang="zh-CN" altLang="en-US" sz="2400" dirty="0"/>
              <a:t>若二者相同则拆除炸弹，否则炸弹爆炸</a:t>
            </a:r>
            <a:endParaRPr kumimoji="1" lang="en-US" altLang="zh-CN" sz="2400" dirty="0"/>
          </a:p>
          <a:p>
            <a:pPr marL="342900" indent="-342900">
              <a:lnSpc>
                <a:spcPct val="150000"/>
              </a:lnSpc>
              <a:buFont typeface="Arial" panose="020B0604020202020204" pitchFamily="34" charset="0"/>
              <a:buChar char="•"/>
            </a:pPr>
            <a:r>
              <a:rPr kumimoji="1" lang="zh-CN" altLang="en-US" sz="2400" dirty="0"/>
              <a:t>因此输入字符串应当与内存中存放的目标字符串相同</a:t>
            </a:r>
          </a:p>
        </p:txBody>
      </p:sp>
    </p:spTree>
    <p:extLst>
      <p:ext uri="{BB962C8B-B14F-4D97-AF65-F5344CB8AC3E}">
        <p14:creationId xmlns:p14="http://schemas.microsoft.com/office/powerpoint/2010/main" val="5189111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phase_1</a:t>
              </a:r>
              <a:endParaRPr kumimoji="1" lang="zh-CN" altLang="en-US" sz="2400" b="1" dirty="0">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5" name="灯片编号占位符 14">
            <a:extLst>
              <a:ext uri="{FF2B5EF4-FFF2-40B4-BE49-F238E27FC236}">
                <a16:creationId xmlns:a16="http://schemas.microsoft.com/office/drawing/2014/main" id="{F1C6F950-B312-714A-8BED-0262E4241AC4}"/>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8</a:t>
            </a:fld>
            <a:endParaRPr kumimoji="1" lang="zh-CN" altLang="en-US" dirty="0">
              <a:latin typeface="Times New Roman" panose="02020603050405020304" pitchFamily="18" charset="0"/>
              <a:cs typeface="Times New Roman" panose="02020603050405020304" pitchFamily="18" charset="0"/>
            </a:endParaRPr>
          </a:p>
        </p:txBody>
      </p:sp>
      <p:pic>
        <p:nvPicPr>
          <p:cNvPr id="18" name="图片 17">
            <a:extLst>
              <a:ext uri="{FF2B5EF4-FFF2-40B4-BE49-F238E27FC236}">
                <a16:creationId xmlns:a16="http://schemas.microsoft.com/office/drawing/2014/main" id="{F21F6ACD-1B2B-6D49-A7B4-2B0E6FC74EC0}"/>
              </a:ext>
            </a:extLst>
          </p:cNvPr>
          <p:cNvPicPr>
            <a:picLocks noChangeAspect="1"/>
          </p:cNvPicPr>
          <p:nvPr/>
        </p:nvPicPr>
        <p:blipFill>
          <a:blip r:embed="rId2"/>
          <a:stretch>
            <a:fillRect/>
          </a:stretch>
        </p:blipFill>
        <p:spPr>
          <a:xfrm>
            <a:off x="1463261" y="1395868"/>
            <a:ext cx="8661398" cy="2496886"/>
          </a:xfrm>
          <a:prstGeom prst="rect">
            <a:avLst/>
          </a:prstGeom>
        </p:spPr>
      </p:pic>
      <p:sp>
        <p:nvSpPr>
          <p:cNvPr id="19" name="矩形 18">
            <a:extLst>
              <a:ext uri="{FF2B5EF4-FFF2-40B4-BE49-F238E27FC236}">
                <a16:creationId xmlns:a16="http://schemas.microsoft.com/office/drawing/2014/main" id="{84165EB2-B4DD-6942-895B-FA19F1144DF2}"/>
              </a:ext>
            </a:extLst>
          </p:cNvPr>
          <p:cNvSpPr/>
          <p:nvPr/>
        </p:nvSpPr>
        <p:spPr>
          <a:xfrm>
            <a:off x="4509052" y="1977886"/>
            <a:ext cx="2457806" cy="308113"/>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cxnSp>
        <p:nvCxnSpPr>
          <p:cNvPr id="20" name="直线箭头连接符 19">
            <a:extLst>
              <a:ext uri="{FF2B5EF4-FFF2-40B4-BE49-F238E27FC236}">
                <a16:creationId xmlns:a16="http://schemas.microsoft.com/office/drawing/2014/main" id="{73056A8C-0B56-D549-B6B0-6DFCC578F1AB}"/>
              </a:ext>
            </a:extLst>
          </p:cNvPr>
          <p:cNvCxnSpPr>
            <a:cxnSpLocks/>
          </p:cNvCxnSpPr>
          <p:nvPr/>
        </p:nvCxnSpPr>
        <p:spPr>
          <a:xfrm flipV="1">
            <a:off x="6506817" y="1182752"/>
            <a:ext cx="1045428" cy="79033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1DEA3B7D-ED0B-1C42-8624-266D62A21CEE}"/>
              </a:ext>
            </a:extLst>
          </p:cNvPr>
          <p:cNvSpPr txBox="1"/>
          <p:nvPr/>
        </p:nvSpPr>
        <p:spPr>
          <a:xfrm>
            <a:off x="4979504" y="703364"/>
            <a:ext cx="4290541" cy="461665"/>
          </a:xfrm>
          <a:prstGeom prst="rect">
            <a:avLst/>
          </a:prstGeom>
          <a:noFill/>
          <a:ln w="31750">
            <a:solidFill>
              <a:schemeClr val="accent1"/>
            </a:solidFill>
          </a:ln>
        </p:spPr>
        <p:txBody>
          <a:bodyPr wrap="square" rtlCol="0">
            <a:spAutoFit/>
          </a:bodyPr>
          <a:lstStyle/>
          <a:p>
            <a:pPr algn="ctr"/>
            <a:r>
              <a:rPr kumimoji="1" lang="zh-CN" altLang="en-US" sz="2400" dirty="0">
                <a:latin typeface="Times New Roman" panose="02020603050405020304" pitchFamily="18" charset="0"/>
                <a:cs typeface="Times New Roman" panose="02020603050405020304" pitchFamily="18" charset="0"/>
              </a:rPr>
              <a:t>将一个内存地址送入了</a:t>
            </a:r>
            <a:r>
              <a:rPr kumimoji="1" lang="en-US" altLang="zh-CN" sz="2400" dirty="0">
                <a:latin typeface="Times New Roman" panose="02020603050405020304" pitchFamily="18" charset="0"/>
                <a:cs typeface="Times New Roman" panose="02020603050405020304" pitchFamily="18" charset="0"/>
              </a:rPr>
              <a:t>%</a:t>
            </a:r>
            <a:r>
              <a:rPr kumimoji="1" lang="en-US" altLang="zh-CN" sz="2400" dirty="0" err="1">
                <a:latin typeface="Times New Roman" panose="02020603050405020304" pitchFamily="18" charset="0"/>
                <a:cs typeface="Times New Roman" panose="02020603050405020304" pitchFamily="18" charset="0"/>
              </a:rPr>
              <a:t>rsi</a:t>
            </a:r>
            <a:endParaRPr kumimoji="1" lang="zh-CN" altLang="en-US" sz="2400" dirty="0">
              <a:latin typeface="Times New Roman" panose="02020603050405020304" pitchFamily="18" charset="0"/>
              <a:cs typeface="Times New Roman" panose="02020603050405020304" pitchFamily="18" charset="0"/>
            </a:endParaRPr>
          </a:p>
        </p:txBody>
      </p:sp>
      <p:pic>
        <p:nvPicPr>
          <p:cNvPr id="23" name="图片 22">
            <a:extLst>
              <a:ext uri="{FF2B5EF4-FFF2-40B4-BE49-F238E27FC236}">
                <a16:creationId xmlns:a16="http://schemas.microsoft.com/office/drawing/2014/main" id="{A854676A-0275-9547-97AC-9A7364831695}"/>
              </a:ext>
            </a:extLst>
          </p:cNvPr>
          <p:cNvPicPr>
            <a:picLocks noChangeAspect="1"/>
          </p:cNvPicPr>
          <p:nvPr/>
        </p:nvPicPr>
        <p:blipFill rotWithShape="1">
          <a:blip r:embed="rId3"/>
          <a:srcRect t="56427"/>
          <a:stretch/>
        </p:blipFill>
        <p:spPr>
          <a:xfrm>
            <a:off x="1443532" y="4424447"/>
            <a:ext cx="9484869" cy="860122"/>
          </a:xfrm>
          <a:prstGeom prst="rect">
            <a:avLst/>
          </a:prstGeom>
        </p:spPr>
      </p:pic>
      <p:sp>
        <p:nvSpPr>
          <p:cNvPr id="17" name="文本框 16">
            <a:extLst>
              <a:ext uri="{FF2B5EF4-FFF2-40B4-BE49-F238E27FC236}">
                <a16:creationId xmlns:a16="http://schemas.microsoft.com/office/drawing/2014/main" id="{DF9C153B-1C7F-4448-8523-386C6D64B77B}"/>
              </a:ext>
            </a:extLst>
          </p:cNvPr>
          <p:cNvSpPr txBox="1"/>
          <p:nvPr/>
        </p:nvSpPr>
        <p:spPr>
          <a:xfrm>
            <a:off x="1342730" y="5284569"/>
            <a:ext cx="3047999" cy="579967"/>
          </a:xfrm>
          <a:prstGeom prst="rect">
            <a:avLst/>
          </a:prstGeom>
          <a:noFill/>
        </p:spPr>
        <p:txBody>
          <a:bodyPr wrap="square">
            <a:spAutoFit/>
          </a:bodyPr>
          <a:lstStyle/>
          <a:p>
            <a:pPr>
              <a:lnSpc>
                <a:spcPct val="150000"/>
              </a:lnSpc>
            </a:pPr>
            <a:r>
              <a:rPr kumimoji="1" lang="en-US" altLang="zh-CN" sz="2400" dirty="0">
                <a:latin typeface="Times New Roman" panose="02020603050405020304" pitchFamily="18" charset="0"/>
                <a:cs typeface="Times New Roman" panose="02020603050405020304" pitchFamily="18" charset="0"/>
              </a:rPr>
              <a:t>%</a:t>
            </a:r>
            <a:r>
              <a:rPr kumimoji="1" lang="en-US" altLang="zh-CN" sz="2400" dirty="0" err="1">
                <a:latin typeface="Times New Roman" panose="02020603050405020304" pitchFamily="18" charset="0"/>
                <a:cs typeface="Times New Roman" panose="02020603050405020304" pitchFamily="18" charset="0"/>
              </a:rPr>
              <a:t>rsi</a:t>
            </a:r>
            <a:r>
              <a:rPr kumimoji="1" lang="en-US" altLang="zh-CN" sz="2400" dirty="0">
                <a:latin typeface="Times New Roman" panose="02020603050405020304" pitchFamily="18" charset="0"/>
                <a:cs typeface="Times New Roman" panose="02020603050405020304" pitchFamily="18" charset="0"/>
              </a:rPr>
              <a:t>=&amp;</a:t>
            </a:r>
            <a:r>
              <a:rPr kumimoji="1" lang="en-US" altLang="zh-CN" sz="2400" dirty="0" err="1">
                <a:latin typeface="Times New Roman" panose="02020603050405020304" pitchFamily="18" charset="0"/>
                <a:cs typeface="Times New Roman" panose="02020603050405020304" pitchFamily="18" charset="0"/>
              </a:rPr>
              <a:t>answer_string</a:t>
            </a:r>
            <a:endParaRPr kumimoji="1" lang="en-US" altLang="zh-C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89906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phase_1</a:t>
              </a:r>
              <a:endParaRPr kumimoji="1" lang="zh-CN" altLang="en-US" sz="2400" b="1" dirty="0">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5" name="灯片编号占位符 14">
            <a:extLst>
              <a:ext uri="{FF2B5EF4-FFF2-40B4-BE49-F238E27FC236}">
                <a16:creationId xmlns:a16="http://schemas.microsoft.com/office/drawing/2014/main" id="{F1C6F950-B312-714A-8BED-0262E4241AC4}"/>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9</a:t>
            </a:fld>
            <a:endParaRPr kumimoji="1" lang="zh-CN" altLang="en-US" dirty="0">
              <a:latin typeface="Times New Roman" panose="02020603050405020304" pitchFamily="18" charset="0"/>
              <a:cs typeface="Times New Roman" panose="02020603050405020304" pitchFamily="18" charset="0"/>
            </a:endParaRPr>
          </a:p>
        </p:txBody>
      </p:sp>
      <p:pic>
        <p:nvPicPr>
          <p:cNvPr id="18" name="图片 17">
            <a:extLst>
              <a:ext uri="{FF2B5EF4-FFF2-40B4-BE49-F238E27FC236}">
                <a16:creationId xmlns:a16="http://schemas.microsoft.com/office/drawing/2014/main" id="{F21F6ACD-1B2B-6D49-A7B4-2B0E6FC74EC0}"/>
              </a:ext>
            </a:extLst>
          </p:cNvPr>
          <p:cNvPicPr>
            <a:picLocks noChangeAspect="1"/>
          </p:cNvPicPr>
          <p:nvPr/>
        </p:nvPicPr>
        <p:blipFill>
          <a:blip r:embed="rId2"/>
          <a:stretch>
            <a:fillRect/>
          </a:stretch>
        </p:blipFill>
        <p:spPr>
          <a:xfrm>
            <a:off x="1463261" y="1395868"/>
            <a:ext cx="8654162" cy="2494800"/>
          </a:xfrm>
          <a:prstGeom prst="rect">
            <a:avLst/>
          </a:prstGeom>
        </p:spPr>
      </p:pic>
      <p:sp>
        <p:nvSpPr>
          <p:cNvPr id="19" name="矩形 18">
            <a:extLst>
              <a:ext uri="{FF2B5EF4-FFF2-40B4-BE49-F238E27FC236}">
                <a16:creationId xmlns:a16="http://schemas.microsoft.com/office/drawing/2014/main" id="{84165EB2-B4DD-6942-895B-FA19F1144DF2}"/>
              </a:ext>
            </a:extLst>
          </p:cNvPr>
          <p:cNvSpPr/>
          <p:nvPr/>
        </p:nvSpPr>
        <p:spPr>
          <a:xfrm>
            <a:off x="4509052" y="1977886"/>
            <a:ext cx="2457806" cy="308113"/>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cxnSp>
        <p:nvCxnSpPr>
          <p:cNvPr id="20" name="直线箭头连接符 19">
            <a:extLst>
              <a:ext uri="{FF2B5EF4-FFF2-40B4-BE49-F238E27FC236}">
                <a16:creationId xmlns:a16="http://schemas.microsoft.com/office/drawing/2014/main" id="{73056A8C-0B56-D549-B6B0-6DFCC578F1AB}"/>
              </a:ext>
            </a:extLst>
          </p:cNvPr>
          <p:cNvCxnSpPr>
            <a:cxnSpLocks/>
          </p:cNvCxnSpPr>
          <p:nvPr/>
        </p:nvCxnSpPr>
        <p:spPr>
          <a:xfrm flipV="1">
            <a:off x="6506817" y="1182752"/>
            <a:ext cx="1045428" cy="79033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1DEA3B7D-ED0B-1C42-8624-266D62A21CEE}"/>
              </a:ext>
            </a:extLst>
          </p:cNvPr>
          <p:cNvSpPr txBox="1"/>
          <p:nvPr/>
        </p:nvSpPr>
        <p:spPr>
          <a:xfrm>
            <a:off x="4979504" y="703364"/>
            <a:ext cx="4290541" cy="461665"/>
          </a:xfrm>
          <a:prstGeom prst="rect">
            <a:avLst/>
          </a:prstGeom>
          <a:noFill/>
          <a:ln w="31750">
            <a:solidFill>
              <a:schemeClr val="accent1"/>
            </a:solidFill>
          </a:ln>
        </p:spPr>
        <p:txBody>
          <a:bodyPr wrap="square" rtlCol="0">
            <a:spAutoFit/>
          </a:bodyPr>
          <a:lstStyle/>
          <a:p>
            <a:pPr algn="ctr"/>
            <a:r>
              <a:rPr kumimoji="1" lang="zh-CN" altLang="en-US" sz="2400" dirty="0">
                <a:latin typeface="Times New Roman" panose="02020603050405020304" pitchFamily="18" charset="0"/>
                <a:cs typeface="Times New Roman" panose="02020603050405020304" pitchFamily="18" charset="0"/>
              </a:rPr>
              <a:t>将一个内存地址送入了</a:t>
            </a:r>
            <a:r>
              <a:rPr kumimoji="1" lang="en-US" altLang="zh-CN" sz="2400" dirty="0">
                <a:latin typeface="Times New Roman" panose="02020603050405020304" pitchFamily="18" charset="0"/>
                <a:cs typeface="Times New Roman" panose="02020603050405020304" pitchFamily="18" charset="0"/>
              </a:rPr>
              <a:t>%</a:t>
            </a:r>
            <a:r>
              <a:rPr kumimoji="1" lang="en-US" altLang="zh-CN" sz="2400" dirty="0" err="1">
                <a:latin typeface="Times New Roman" panose="02020603050405020304" pitchFamily="18" charset="0"/>
                <a:cs typeface="Times New Roman" panose="02020603050405020304" pitchFamily="18" charset="0"/>
              </a:rPr>
              <a:t>rsi</a:t>
            </a:r>
            <a:endParaRPr kumimoji="1" lang="zh-CN" altLang="en-US" sz="2400" dirty="0">
              <a:latin typeface="Times New Roman" panose="02020603050405020304" pitchFamily="18" charset="0"/>
              <a:cs typeface="Times New Roman" panose="02020603050405020304" pitchFamily="18" charset="0"/>
            </a:endParaRPr>
          </a:p>
        </p:txBody>
      </p:sp>
      <p:pic>
        <p:nvPicPr>
          <p:cNvPr id="13" name="图片 12">
            <a:extLst>
              <a:ext uri="{FF2B5EF4-FFF2-40B4-BE49-F238E27FC236}">
                <a16:creationId xmlns:a16="http://schemas.microsoft.com/office/drawing/2014/main" id="{5465EB5F-8781-BF40-8B38-AE354D2853F0}"/>
              </a:ext>
            </a:extLst>
          </p:cNvPr>
          <p:cNvPicPr>
            <a:picLocks noChangeAspect="1"/>
          </p:cNvPicPr>
          <p:nvPr/>
        </p:nvPicPr>
        <p:blipFill>
          <a:blip r:embed="rId3"/>
          <a:stretch>
            <a:fillRect/>
          </a:stretch>
        </p:blipFill>
        <p:spPr>
          <a:xfrm>
            <a:off x="1463261" y="4049648"/>
            <a:ext cx="5168900" cy="1625600"/>
          </a:xfrm>
          <a:prstGeom prst="rect">
            <a:avLst/>
          </a:prstGeom>
        </p:spPr>
      </p:pic>
      <p:sp>
        <p:nvSpPr>
          <p:cNvPr id="2" name="文本框 1">
            <a:extLst>
              <a:ext uri="{FF2B5EF4-FFF2-40B4-BE49-F238E27FC236}">
                <a16:creationId xmlns:a16="http://schemas.microsoft.com/office/drawing/2014/main" id="{324F951D-3B31-9049-9578-13CEECBA0C48}"/>
              </a:ext>
            </a:extLst>
          </p:cNvPr>
          <p:cNvSpPr txBox="1"/>
          <p:nvPr/>
        </p:nvSpPr>
        <p:spPr>
          <a:xfrm>
            <a:off x="6836228" y="4572464"/>
            <a:ext cx="2743201" cy="579967"/>
          </a:xfrm>
          <a:prstGeom prst="rect">
            <a:avLst/>
          </a:prstGeom>
          <a:noFill/>
        </p:spPr>
        <p:txBody>
          <a:bodyPr wrap="square" rtlCol="0">
            <a:spAutoFit/>
          </a:bodyPr>
          <a:lstStyle/>
          <a:p>
            <a:pPr>
              <a:lnSpc>
                <a:spcPct val="150000"/>
              </a:lnSpc>
            </a:pPr>
            <a:r>
              <a:rPr kumimoji="1" lang="en-US" altLang="zh-CN" sz="2400" dirty="0">
                <a:latin typeface="Times New Roman" panose="02020603050405020304" pitchFamily="18" charset="0"/>
                <a:cs typeface="Times New Roman" panose="02020603050405020304" pitchFamily="18" charset="0"/>
              </a:rPr>
              <a:t>%</a:t>
            </a:r>
            <a:r>
              <a:rPr kumimoji="1" lang="en-US" altLang="zh-CN" sz="2400" dirty="0" err="1">
                <a:latin typeface="Times New Roman" panose="02020603050405020304" pitchFamily="18" charset="0"/>
                <a:cs typeface="Times New Roman" panose="02020603050405020304" pitchFamily="18" charset="0"/>
              </a:rPr>
              <a:t>rdi</a:t>
            </a:r>
            <a:r>
              <a:rPr kumimoji="1" lang="en-US" altLang="zh-CN" sz="2400" dirty="0">
                <a:latin typeface="Times New Roman" panose="02020603050405020304" pitchFamily="18" charset="0"/>
                <a:cs typeface="Times New Roman" panose="02020603050405020304" pitchFamily="18" charset="0"/>
              </a:rPr>
              <a:t>=&amp;</a:t>
            </a:r>
            <a:r>
              <a:rPr kumimoji="1" lang="en-US" altLang="zh-CN" sz="2400" dirty="0" err="1">
                <a:latin typeface="Times New Roman" panose="02020603050405020304" pitchFamily="18" charset="0"/>
                <a:cs typeface="Times New Roman" panose="02020603050405020304" pitchFamily="18" charset="0"/>
              </a:rPr>
              <a:t>input_string</a:t>
            </a:r>
            <a:endParaRPr kumimoji="1" lang="en-US" altLang="zh-CN" sz="2400" dirty="0">
              <a:latin typeface="Times New Roman" panose="02020603050405020304" pitchFamily="18" charset="0"/>
              <a:cs typeface="Times New Roman" panose="02020603050405020304" pitchFamily="18" charset="0"/>
            </a:endParaRPr>
          </a:p>
        </p:txBody>
      </p:sp>
      <p:sp>
        <p:nvSpPr>
          <p:cNvPr id="22" name="文本框 21">
            <a:extLst>
              <a:ext uri="{FF2B5EF4-FFF2-40B4-BE49-F238E27FC236}">
                <a16:creationId xmlns:a16="http://schemas.microsoft.com/office/drawing/2014/main" id="{A8E71E0A-CA4E-C44A-81FD-05365F256A16}"/>
              </a:ext>
            </a:extLst>
          </p:cNvPr>
          <p:cNvSpPr txBox="1"/>
          <p:nvPr/>
        </p:nvSpPr>
        <p:spPr>
          <a:xfrm>
            <a:off x="1798037" y="585062"/>
            <a:ext cx="3047999" cy="579967"/>
          </a:xfrm>
          <a:prstGeom prst="rect">
            <a:avLst/>
          </a:prstGeom>
          <a:noFill/>
        </p:spPr>
        <p:txBody>
          <a:bodyPr wrap="square">
            <a:spAutoFit/>
          </a:bodyPr>
          <a:lstStyle/>
          <a:p>
            <a:pPr>
              <a:lnSpc>
                <a:spcPct val="150000"/>
              </a:lnSpc>
            </a:pPr>
            <a:r>
              <a:rPr kumimoji="1" lang="en-US" altLang="zh-CN" sz="2400" dirty="0">
                <a:latin typeface="Times New Roman" panose="02020603050405020304" pitchFamily="18" charset="0"/>
                <a:cs typeface="Times New Roman" panose="02020603050405020304" pitchFamily="18" charset="0"/>
              </a:rPr>
              <a:t>%</a:t>
            </a:r>
            <a:r>
              <a:rPr kumimoji="1" lang="en-US" altLang="zh-CN" sz="2400" dirty="0" err="1">
                <a:latin typeface="Times New Roman" panose="02020603050405020304" pitchFamily="18" charset="0"/>
                <a:cs typeface="Times New Roman" panose="02020603050405020304" pitchFamily="18" charset="0"/>
              </a:rPr>
              <a:t>rsi</a:t>
            </a:r>
            <a:r>
              <a:rPr kumimoji="1" lang="en-US" altLang="zh-CN" sz="2400" dirty="0">
                <a:latin typeface="Times New Roman" panose="02020603050405020304" pitchFamily="18" charset="0"/>
                <a:cs typeface="Times New Roman" panose="02020603050405020304" pitchFamily="18" charset="0"/>
              </a:rPr>
              <a:t>=&amp;</a:t>
            </a:r>
            <a:r>
              <a:rPr kumimoji="1" lang="en-US" altLang="zh-CN" sz="2400" dirty="0" err="1">
                <a:latin typeface="Times New Roman" panose="02020603050405020304" pitchFamily="18" charset="0"/>
                <a:cs typeface="Times New Roman" panose="02020603050405020304" pitchFamily="18" charset="0"/>
              </a:rPr>
              <a:t>answer_string</a:t>
            </a:r>
            <a:endParaRPr kumimoji="1" lang="en-US" altLang="zh-C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06335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phase_1</a:t>
              </a:r>
              <a:endParaRPr kumimoji="1" lang="zh-CN" altLang="en-US" sz="2400" b="1" dirty="0">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5" name="灯片编号占位符 14">
            <a:extLst>
              <a:ext uri="{FF2B5EF4-FFF2-40B4-BE49-F238E27FC236}">
                <a16:creationId xmlns:a16="http://schemas.microsoft.com/office/drawing/2014/main" id="{F1C6F950-B312-714A-8BED-0262E4241AC4}"/>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10</a:t>
            </a:fld>
            <a:endParaRPr kumimoji="1" lang="zh-CN" altLang="en-US" dirty="0">
              <a:latin typeface="Times New Roman" panose="02020603050405020304" pitchFamily="18" charset="0"/>
              <a:cs typeface="Times New Roman" panose="02020603050405020304" pitchFamily="18" charset="0"/>
            </a:endParaRPr>
          </a:p>
        </p:txBody>
      </p:sp>
      <p:pic>
        <p:nvPicPr>
          <p:cNvPr id="14" name="图片 13">
            <a:extLst>
              <a:ext uri="{FF2B5EF4-FFF2-40B4-BE49-F238E27FC236}">
                <a16:creationId xmlns:a16="http://schemas.microsoft.com/office/drawing/2014/main" id="{C4C6FFA1-4F78-804C-B9CD-1FC76773D4E0}"/>
              </a:ext>
            </a:extLst>
          </p:cNvPr>
          <p:cNvPicPr>
            <a:picLocks noChangeAspect="1"/>
          </p:cNvPicPr>
          <p:nvPr/>
        </p:nvPicPr>
        <p:blipFill>
          <a:blip r:embed="rId2"/>
          <a:stretch>
            <a:fillRect/>
          </a:stretch>
        </p:blipFill>
        <p:spPr>
          <a:xfrm>
            <a:off x="-1" y="-14498"/>
            <a:ext cx="12192001" cy="6410825"/>
          </a:xfrm>
          <a:prstGeom prst="rect">
            <a:avLst/>
          </a:prstGeom>
        </p:spPr>
      </p:pic>
      <p:sp>
        <p:nvSpPr>
          <p:cNvPr id="19" name="文本框 18">
            <a:extLst>
              <a:ext uri="{FF2B5EF4-FFF2-40B4-BE49-F238E27FC236}">
                <a16:creationId xmlns:a16="http://schemas.microsoft.com/office/drawing/2014/main" id="{EB59071E-B376-054F-BD4E-9AB192AB0873}"/>
              </a:ext>
            </a:extLst>
          </p:cNvPr>
          <p:cNvSpPr txBox="1"/>
          <p:nvPr/>
        </p:nvSpPr>
        <p:spPr>
          <a:xfrm>
            <a:off x="6802151" y="1485612"/>
            <a:ext cx="4272879" cy="646331"/>
          </a:xfrm>
          <a:prstGeom prst="rect">
            <a:avLst/>
          </a:prstGeom>
          <a:noFill/>
          <a:ln w="31750">
            <a:solidFill>
              <a:schemeClr val="accent1"/>
            </a:solidFill>
          </a:ln>
        </p:spPr>
        <p:txBody>
          <a:bodyPr wrap="square" rtlCol="0">
            <a:spAutoFit/>
          </a:bodyPr>
          <a:lstStyle/>
          <a:p>
            <a:r>
              <a:rPr kumimoji="1" lang="zh-CN" altLang="en-US" dirty="0">
                <a:solidFill>
                  <a:schemeClr val="bg2"/>
                </a:solidFill>
                <a:latin typeface="Times New Roman" panose="02020603050405020304" pitchFamily="18" charset="0"/>
                <a:cs typeface="Times New Roman" panose="02020603050405020304" pitchFamily="18" charset="0"/>
              </a:rPr>
              <a:t>写代码时对变量和函数进行清晰有意义地命名可以很好地提升代码可读性</a:t>
            </a:r>
          </a:p>
        </p:txBody>
      </p:sp>
      <p:sp>
        <p:nvSpPr>
          <p:cNvPr id="20" name="矩形 19">
            <a:extLst>
              <a:ext uri="{FF2B5EF4-FFF2-40B4-BE49-F238E27FC236}">
                <a16:creationId xmlns:a16="http://schemas.microsoft.com/office/drawing/2014/main" id="{63BD41EE-5444-B54A-98D9-E8EDA3300B62}"/>
              </a:ext>
            </a:extLst>
          </p:cNvPr>
          <p:cNvSpPr/>
          <p:nvPr/>
        </p:nvSpPr>
        <p:spPr>
          <a:xfrm>
            <a:off x="4403035" y="1470991"/>
            <a:ext cx="1401417" cy="258418"/>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23" name="矩形 22">
            <a:extLst>
              <a:ext uri="{FF2B5EF4-FFF2-40B4-BE49-F238E27FC236}">
                <a16:creationId xmlns:a16="http://schemas.microsoft.com/office/drawing/2014/main" id="{5A0FA02B-847F-F340-8F9D-4B3732A15FEE}"/>
              </a:ext>
            </a:extLst>
          </p:cNvPr>
          <p:cNvSpPr/>
          <p:nvPr/>
        </p:nvSpPr>
        <p:spPr>
          <a:xfrm>
            <a:off x="1550504" y="-14506"/>
            <a:ext cx="1932925" cy="258418"/>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79024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phase_2</a:t>
              </a:r>
              <a:endParaRPr kumimoji="1" lang="zh-CN" altLang="en-US" sz="2400" b="1" dirty="0">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F9DB878F-FD9C-D24A-9D10-AA024EB308C7}"/>
              </a:ext>
            </a:extLst>
          </p:cNvPr>
          <p:cNvSpPr>
            <a:spLocks noGrp="1"/>
          </p:cNvSpPr>
          <p:nvPr>
            <p:ph type="sldNum" sz="quarter" idx="12"/>
          </p:nvPr>
        </p:nvSpPr>
        <p:spPr>
          <a:xfrm>
            <a:off x="9448800"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11</a:t>
            </a:fld>
            <a:endParaRPr kumimoji="1" lang="zh-CN" altLang="en-US" dirty="0">
              <a:latin typeface="Times New Roman" panose="02020603050405020304" pitchFamily="18" charset="0"/>
              <a:cs typeface="Times New Roman" panose="02020603050405020304" pitchFamily="18" charset="0"/>
            </a:endParaRPr>
          </a:p>
        </p:txBody>
      </p:sp>
      <p:sp>
        <p:nvSpPr>
          <p:cNvPr id="14" name="文本框 13">
            <a:extLst>
              <a:ext uri="{FF2B5EF4-FFF2-40B4-BE49-F238E27FC236}">
                <a16:creationId xmlns:a16="http://schemas.microsoft.com/office/drawing/2014/main" id="{DC33BF97-7872-4742-890D-C388740A066D}"/>
              </a:ext>
            </a:extLst>
          </p:cNvPr>
          <p:cNvSpPr txBox="1"/>
          <p:nvPr/>
        </p:nvSpPr>
        <p:spPr>
          <a:xfrm>
            <a:off x="3293255" y="2428021"/>
            <a:ext cx="5605489" cy="2001958"/>
          </a:xfrm>
          <a:prstGeom prst="rect">
            <a:avLst/>
          </a:prstGeom>
          <a:noFill/>
        </p:spPr>
        <p:txBody>
          <a:bodyPr wrap="square" rtlCol="0">
            <a:spAutoFit/>
          </a:bodyPr>
          <a:lstStyle/>
          <a:p>
            <a:pPr algn="ctr">
              <a:lnSpc>
                <a:spcPct val="150000"/>
              </a:lnSpc>
            </a:pPr>
            <a:r>
              <a:rPr kumimoji="1" lang="en-US" altLang="zh-CN" sz="4400" b="1" dirty="0">
                <a:latin typeface="Times New Roman" panose="02020603050405020304" pitchFamily="18" charset="0"/>
                <a:cs typeface="Times New Roman" panose="02020603050405020304" pitchFamily="18" charset="0"/>
              </a:rPr>
              <a:t>phase_2</a:t>
            </a:r>
          </a:p>
          <a:p>
            <a:pPr algn="ctr">
              <a:lnSpc>
                <a:spcPct val="150000"/>
              </a:lnSpc>
            </a:pPr>
            <a:r>
              <a:rPr kumimoji="1" lang="en-US" altLang="zh-CN" sz="4400" dirty="0">
                <a:latin typeface="Times New Roman" panose="02020603050405020304" pitchFamily="18" charset="0"/>
                <a:ea typeface="KaiTi" panose="02010609060101010101" pitchFamily="49" charset="-122"/>
                <a:cs typeface="Times New Roman" panose="02020603050405020304" pitchFamily="18" charset="0"/>
              </a:rPr>
              <a:t>Array and Stack</a:t>
            </a:r>
          </a:p>
        </p:txBody>
      </p:sp>
    </p:spTree>
    <p:extLst>
      <p:ext uri="{BB962C8B-B14F-4D97-AF65-F5344CB8AC3E}">
        <p14:creationId xmlns:p14="http://schemas.microsoft.com/office/powerpoint/2010/main" val="35709523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phase_2</a:t>
              </a:r>
              <a:endParaRPr kumimoji="1" lang="zh-CN" altLang="en-US" sz="2400" b="1" dirty="0">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5" name="灯片编号占位符 14">
            <a:extLst>
              <a:ext uri="{FF2B5EF4-FFF2-40B4-BE49-F238E27FC236}">
                <a16:creationId xmlns:a16="http://schemas.microsoft.com/office/drawing/2014/main" id="{F1C6F950-B312-714A-8BED-0262E4241AC4}"/>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12</a:t>
            </a:fld>
            <a:endParaRPr kumimoji="1" lang="zh-CN" altLang="en-US" dirty="0">
              <a:latin typeface="Times New Roman" panose="02020603050405020304" pitchFamily="18" charset="0"/>
              <a:cs typeface="Times New Roman" panose="02020603050405020304" pitchFamily="18" charset="0"/>
            </a:endParaRPr>
          </a:p>
        </p:txBody>
      </p:sp>
      <p:sp>
        <p:nvSpPr>
          <p:cNvPr id="2" name="文本框 1">
            <a:extLst>
              <a:ext uri="{FF2B5EF4-FFF2-40B4-BE49-F238E27FC236}">
                <a16:creationId xmlns:a16="http://schemas.microsoft.com/office/drawing/2014/main" id="{A4C5DC89-E5B9-EA40-BF7E-E4FF73F2E5CD}"/>
              </a:ext>
            </a:extLst>
          </p:cNvPr>
          <p:cNvSpPr txBox="1"/>
          <p:nvPr/>
        </p:nvSpPr>
        <p:spPr>
          <a:xfrm>
            <a:off x="815009" y="655983"/>
            <a:ext cx="1826141" cy="584775"/>
          </a:xfrm>
          <a:prstGeom prst="rect">
            <a:avLst/>
          </a:prstGeom>
          <a:noFill/>
        </p:spPr>
        <p:txBody>
          <a:bodyPr wrap="none" rtlCol="0">
            <a:spAutoFit/>
          </a:bodyPr>
          <a:lstStyle/>
          <a:p>
            <a:r>
              <a:rPr kumimoji="1" lang="zh-CN" altLang="en-US" sz="3200" dirty="0">
                <a:latin typeface="Times New Roman" panose="02020603050405020304" pitchFamily="18" charset="0"/>
                <a:cs typeface="Times New Roman" panose="02020603050405020304" pitchFamily="18" charset="0"/>
              </a:rPr>
              <a:t>解题思路</a:t>
            </a:r>
          </a:p>
        </p:txBody>
      </p:sp>
      <p:sp>
        <p:nvSpPr>
          <p:cNvPr id="13" name="文本框 12">
            <a:extLst>
              <a:ext uri="{FF2B5EF4-FFF2-40B4-BE49-F238E27FC236}">
                <a16:creationId xmlns:a16="http://schemas.microsoft.com/office/drawing/2014/main" id="{21F4A14A-AF60-DA41-A669-DB5438AC6F4C}"/>
              </a:ext>
            </a:extLst>
          </p:cNvPr>
          <p:cNvSpPr txBox="1"/>
          <p:nvPr/>
        </p:nvSpPr>
        <p:spPr>
          <a:xfrm>
            <a:off x="894522" y="1540565"/>
            <a:ext cx="10654747" cy="2803844"/>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kumimoji="1" lang="en-US" altLang="zh-CN" sz="2400" dirty="0" err="1">
                <a:latin typeface="Times New Roman" panose="02020603050405020304" pitchFamily="18" charset="0"/>
                <a:cs typeface="Times New Roman" panose="02020603050405020304" pitchFamily="18" charset="0"/>
              </a:rPr>
              <a:t>read_six_numbers</a:t>
            </a:r>
            <a:r>
              <a:rPr kumimoji="1" lang="zh-CN" altLang="en-US" sz="2400" dirty="0">
                <a:latin typeface="Times New Roman" panose="02020603050405020304" pitchFamily="18" charset="0"/>
                <a:cs typeface="Times New Roman" panose="02020603050405020304" pitchFamily="18" charset="0"/>
              </a:rPr>
              <a:t> 将输入的字符串格式化为</a:t>
            </a:r>
            <a:r>
              <a:rPr kumimoji="1" lang="en-US" altLang="zh-CN" sz="2400" dirty="0">
                <a:latin typeface="Times New Roman" panose="02020603050405020304" pitchFamily="18" charset="0"/>
                <a:cs typeface="Times New Roman" panose="02020603050405020304" pitchFamily="18" charset="0"/>
              </a:rPr>
              <a:t>6</a:t>
            </a:r>
            <a:r>
              <a:rPr kumimoji="1" lang="zh-CN" altLang="en-US" sz="2400" dirty="0">
                <a:latin typeface="Times New Roman" panose="02020603050405020304" pitchFamily="18" charset="0"/>
                <a:cs typeface="Times New Roman" panose="02020603050405020304" pitchFamily="18" charset="0"/>
              </a:rPr>
              <a:t>个整数，并将这</a:t>
            </a:r>
            <a:r>
              <a:rPr kumimoji="1" lang="en-US" altLang="zh-CN" sz="2400" dirty="0">
                <a:latin typeface="Times New Roman" panose="02020603050405020304" pitchFamily="18" charset="0"/>
                <a:cs typeface="Times New Roman" panose="02020603050405020304" pitchFamily="18" charset="0"/>
              </a:rPr>
              <a:t>6</a:t>
            </a:r>
            <a:r>
              <a:rPr kumimoji="1" lang="zh-CN" altLang="en-US" sz="2400" dirty="0">
                <a:latin typeface="Times New Roman" panose="02020603050405020304" pitchFamily="18" charset="0"/>
                <a:cs typeface="Times New Roman" panose="02020603050405020304" pitchFamily="18" charset="0"/>
              </a:rPr>
              <a:t>个整数</a:t>
            </a:r>
            <a:r>
              <a:rPr kumimoji="1" lang="zh-CN" altLang="en-US" sz="2400" b="1" dirty="0">
                <a:latin typeface="Times New Roman" panose="02020603050405020304" pitchFamily="18" charset="0"/>
                <a:cs typeface="Times New Roman" panose="02020603050405020304" pitchFamily="18" charset="0"/>
              </a:rPr>
              <a:t>存放在在一个临时数组变量中</a:t>
            </a:r>
            <a:endParaRPr kumimoji="1" lang="en-US" altLang="zh-CN" sz="2400" b="1"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kumimoji="1" lang="zh-CN" altLang="en-US" sz="2400" dirty="0">
                <a:latin typeface="Times New Roman" panose="02020603050405020304" pitchFamily="18" charset="0"/>
                <a:cs typeface="Times New Roman" panose="02020603050405020304" pitchFamily="18" charset="0"/>
              </a:rPr>
              <a:t>通过汇编代码发现栈顶的前</a:t>
            </a:r>
            <a:r>
              <a:rPr kumimoji="1" lang="en-US" altLang="zh-CN" sz="2400" dirty="0">
                <a:latin typeface="Times New Roman" panose="02020603050405020304" pitchFamily="18" charset="0"/>
                <a:cs typeface="Times New Roman" panose="02020603050405020304" pitchFamily="18" charset="0"/>
              </a:rPr>
              <a:t>2</a:t>
            </a:r>
            <a:r>
              <a:rPr kumimoji="1" lang="zh-CN" altLang="en-US" sz="2400" dirty="0">
                <a:latin typeface="Times New Roman" panose="02020603050405020304" pitchFamily="18" charset="0"/>
                <a:cs typeface="Times New Roman" panose="02020603050405020304" pitchFamily="18" charset="0"/>
              </a:rPr>
              <a:t>个整数分别为</a:t>
            </a:r>
            <a:r>
              <a:rPr kumimoji="1" lang="en-US" altLang="zh-CN" sz="2400" dirty="0">
                <a:latin typeface="Times New Roman" panose="02020603050405020304" pitchFamily="18" charset="0"/>
                <a:cs typeface="Times New Roman" panose="02020603050405020304" pitchFamily="18" charset="0"/>
              </a:rPr>
              <a:t>0</a:t>
            </a:r>
            <a:r>
              <a:rPr kumimoji="1" lang="zh-CN" altLang="en-US" sz="2400" dirty="0">
                <a:latin typeface="Times New Roman" panose="02020603050405020304" pitchFamily="18" charset="0"/>
                <a:cs typeface="Times New Roman" panose="02020603050405020304" pitchFamily="18" charset="0"/>
              </a:rPr>
              <a:t>和</a:t>
            </a:r>
            <a:r>
              <a:rPr kumimoji="1" lang="en-US" altLang="zh-CN" sz="2400" dirty="0">
                <a:latin typeface="Times New Roman" panose="02020603050405020304" pitchFamily="18" charset="0"/>
                <a:cs typeface="Times New Roman" panose="02020603050405020304" pitchFamily="18" charset="0"/>
              </a:rPr>
              <a:t>1</a:t>
            </a:r>
          </a:p>
          <a:p>
            <a:pPr marL="342900" indent="-342900">
              <a:lnSpc>
                <a:spcPct val="150000"/>
              </a:lnSpc>
              <a:buFont typeface="Arial" panose="020B0604020202020204" pitchFamily="34" charset="0"/>
              <a:buChar char="•"/>
            </a:pPr>
            <a:r>
              <a:rPr kumimoji="1" lang="zh-CN" altLang="en-US" sz="2400" dirty="0">
                <a:latin typeface="Times New Roman" panose="02020603050405020304" pitchFamily="18" charset="0"/>
                <a:cs typeface="Times New Roman" panose="02020603050405020304" pitchFamily="18" charset="0"/>
              </a:rPr>
              <a:t>汇编代码通过循环递推计算出后续</a:t>
            </a:r>
            <a:r>
              <a:rPr kumimoji="1" lang="en-US" altLang="zh-CN" sz="2400" dirty="0">
                <a:latin typeface="Times New Roman" panose="02020603050405020304" pitchFamily="18" charset="0"/>
                <a:cs typeface="Times New Roman" panose="02020603050405020304" pitchFamily="18" charset="0"/>
              </a:rPr>
              <a:t>4</a:t>
            </a:r>
            <a:r>
              <a:rPr kumimoji="1" lang="zh-CN" altLang="en-US" sz="2400" dirty="0">
                <a:latin typeface="Times New Roman" panose="02020603050405020304" pitchFamily="18" charset="0"/>
                <a:cs typeface="Times New Roman" panose="02020603050405020304" pitchFamily="18" charset="0"/>
              </a:rPr>
              <a:t>个整数值</a:t>
            </a:r>
            <a:r>
              <a:rPr kumimoji="1" lang="en-US" altLang="zh-CN" sz="2400" dirty="0">
                <a:latin typeface="Times New Roman" panose="02020603050405020304" pitchFamily="18" charset="0"/>
                <a:cs typeface="Times New Roman" panose="02020603050405020304" pitchFamily="18" charset="0"/>
              </a:rPr>
              <a:t>1</a:t>
            </a:r>
            <a:r>
              <a:rPr kumimoji="1" lang="zh-CN" altLang="en-US" sz="2400" dirty="0">
                <a:latin typeface="Times New Roman" panose="02020603050405020304" pitchFamily="18" charset="0"/>
                <a:cs typeface="Times New Roman" panose="02020603050405020304" pitchFamily="18" charset="0"/>
              </a:rPr>
              <a:t> </a:t>
            </a:r>
            <a:r>
              <a:rPr kumimoji="1" lang="en-US" altLang="zh-CN" sz="2400" dirty="0">
                <a:latin typeface="Times New Roman" panose="02020603050405020304" pitchFamily="18" charset="0"/>
                <a:cs typeface="Times New Roman" panose="02020603050405020304" pitchFamily="18" charset="0"/>
              </a:rPr>
              <a:t>3</a:t>
            </a:r>
            <a:r>
              <a:rPr kumimoji="1" lang="zh-CN" altLang="en-US" sz="2400" dirty="0">
                <a:latin typeface="Times New Roman" panose="02020603050405020304" pitchFamily="18" charset="0"/>
                <a:cs typeface="Times New Roman" panose="02020603050405020304" pitchFamily="18" charset="0"/>
              </a:rPr>
              <a:t> </a:t>
            </a:r>
            <a:r>
              <a:rPr kumimoji="1" lang="en-US" altLang="zh-CN" sz="2400" dirty="0">
                <a:latin typeface="Times New Roman" panose="02020603050405020304" pitchFamily="18" charset="0"/>
                <a:cs typeface="Times New Roman" panose="02020603050405020304" pitchFamily="18" charset="0"/>
              </a:rPr>
              <a:t>5</a:t>
            </a:r>
            <a:r>
              <a:rPr kumimoji="1" lang="zh-CN" altLang="en-US" sz="2400" dirty="0">
                <a:latin typeface="Times New Roman" panose="02020603050405020304" pitchFamily="18" charset="0"/>
                <a:cs typeface="Times New Roman" panose="02020603050405020304" pitchFamily="18" charset="0"/>
              </a:rPr>
              <a:t> </a:t>
            </a:r>
            <a:r>
              <a:rPr kumimoji="1" lang="en-US" altLang="zh-CN" sz="2400" dirty="0">
                <a:latin typeface="Times New Roman" panose="02020603050405020304" pitchFamily="18" charset="0"/>
                <a:cs typeface="Times New Roman" panose="02020603050405020304" pitchFamily="18" charset="0"/>
              </a:rPr>
              <a:t>11</a:t>
            </a:r>
          </a:p>
          <a:p>
            <a:pPr marL="342900" indent="-342900">
              <a:lnSpc>
                <a:spcPct val="150000"/>
              </a:lnSpc>
              <a:buFont typeface="Arial" panose="020B0604020202020204" pitchFamily="34" charset="0"/>
              <a:buChar char="•"/>
            </a:pPr>
            <a:r>
              <a:rPr kumimoji="1" lang="zh-CN" altLang="en-US" sz="2400" dirty="0">
                <a:latin typeface="Times New Roman" panose="02020603050405020304" pitchFamily="18" charset="0"/>
                <a:cs typeface="Times New Roman" panose="02020603050405020304" pitchFamily="18" charset="0"/>
              </a:rPr>
              <a:t>从而我们输入的字符串为</a:t>
            </a:r>
            <a:r>
              <a:rPr kumimoji="1" lang="en-US" altLang="zh-CN" sz="2400" dirty="0">
                <a:latin typeface="Times New Roman" panose="02020603050405020304" pitchFamily="18" charset="0"/>
                <a:cs typeface="Times New Roman" panose="02020603050405020304" pitchFamily="18" charset="0"/>
              </a:rPr>
              <a:t>0 1 1 3 5 11</a:t>
            </a:r>
          </a:p>
        </p:txBody>
      </p:sp>
    </p:spTree>
    <p:extLst>
      <p:ext uri="{BB962C8B-B14F-4D97-AF65-F5344CB8AC3E}">
        <p14:creationId xmlns:p14="http://schemas.microsoft.com/office/powerpoint/2010/main" val="28331426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phase_2</a:t>
              </a:r>
              <a:endParaRPr kumimoji="1" lang="zh-CN" altLang="en-US" sz="2400" b="1" dirty="0">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F9DB878F-FD9C-D24A-9D10-AA024EB308C7}"/>
              </a:ext>
            </a:extLst>
          </p:cNvPr>
          <p:cNvSpPr>
            <a:spLocks noGrp="1"/>
          </p:cNvSpPr>
          <p:nvPr>
            <p:ph type="sldNum" sz="quarter" idx="12"/>
          </p:nvPr>
        </p:nvSpPr>
        <p:spPr>
          <a:xfrm>
            <a:off x="9448800"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13</a:t>
            </a:fld>
            <a:endParaRPr kumimoji="1" lang="zh-CN" altLang="en-US" dirty="0">
              <a:latin typeface="Times New Roman" panose="02020603050405020304" pitchFamily="18" charset="0"/>
              <a:cs typeface="Times New Roman" panose="02020603050405020304" pitchFamily="18" charset="0"/>
            </a:endParaRPr>
          </a:p>
        </p:txBody>
      </p:sp>
      <p:pic>
        <p:nvPicPr>
          <p:cNvPr id="15" name="图片 14">
            <a:extLst>
              <a:ext uri="{FF2B5EF4-FFF2-40B4-BE49-F238E27FC236}">
                <a16:creationId xmlns:a16="http://schemas.microsoft.com/office/drawing/2014/main" id="{AE01B8F8-390F-B948-B694-BC26F0D8D2B1}"/>
              </a:ext>
            </a:extLst>
          </p:cNvPr>
          <p:cNvPicPr>
            <a:picLocks noChangeAspect="1"/>
          </p:cNvPicPr>
          <p:nvPr/>
        </p:nvPicPr>
        <p:blipFill>
          <a:blip r:embed="rId2"/>
          <a:stretch>
            <a:fillRect/>
          </a:stretch>
        </p:blipFill>
        <p:spPr>
          <a:xfrm>
            <a:off x="514350" y="461673"/>
            <a:ext cx="5500464" cy="5086354"/>
          </a:xfrm>
          <a:prstGeom prst="rect">
            <a:avLst/>
          </a:prstGeom>
        </p:spPr>
      </p:pic>
      <p:pic>
        <p:nvPicPr>
          <p:cNvPr id="16" name="图片 15">
            <a:extLst>
              <a:ext uri="{FF2B5EF4-FFF2-40B4-BE49-F238E27FC236}">
                <a16:creationId xmlns:a16="http://schemas.microsoft.com/office/drawing/2014/main" id="{D90EE0BF-98BA-9643-8007-C05900F523E2}"/>
              </a:ext>
            </a:extLst>
          </p:cNvPr>
          <p:cNvPicPr>
            <a:picLocks noChangeAspect="1"/>
          </p:cNvPicPr>
          <p:nvPr/>
        </p:nvPicPr>
        <p:blipFill>
          <a:blip r:embed="rId3"/>
          <a:stretch>
            <a:fillRect/>
          </a:stretch>
        </p:blipFill>
        <p:spPr>
          <a:xfrm>
            <a:off x="6014814" y="461665"/>
            <a:ext cx="5726793" cy="2591139"/>
          </a:xfrm>
          <a:prstGeom prst="rect">
            <a:avLst/>
          </a:prstGeom>
        </p:spPr>
      </p:pic>
    </p:spTree>
    <p:extLst>
      <p:ext uri="{BB962C8B-B14F-4D97-AF65-F5344CB8AC3E}">
        <p14:creationId xmlns:p14="http://schemas.microsoft.com/office/powerpoint/2010/main" val="8969412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phase_2</a:t>
              </a:r>
              <a:endParaRPr kumimoji="1" lang="zh-CN" altLang="en-US" sz="2400" b="1" dirty="0">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F9DB878F-FD9C-D24A-9D10-AA024EB308C7}"/>
              </a:ext>
            </a:extLst>
          </p:cNvPr>
          <p:cNvSpPr>
            <a:spLocks noGrp="1"/>
          </p:cNvSpPr>
          <p:nvPr>
            <p:ph type="sldNum" sz="quarter" idx="12"/>
          </p:nvPr>
        </p:nvSpPr>
        <p:spPr>
          <a:xfrm>
            <a:off x="9448800"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14</a:t>
            </a:fld>
            <a:endParaRPr kumimoji="1" lang="zh-CN" altLang="en-US" dirty="0">
              <a:latin typeface="Times New Roman" panose="02020603050405020304" pitchFamily="18" charset="0"/>
              <a:cs typeface="Times New Roman" panose="02020603050405020304" pitchFamily="18" charset="0"/>
            </a:endParaRPr>
          </a:p>
        </p:txBody>
      </p:sp>
      <p:pic>
        <p:nvPicPr>
          <p:cNvPr id="15" name="图片 14">
            <a:extLst>
              <a:ext uri="{FF2B5EF4-FFF2-40B4-BE49-F238E27FC236}">
                <a16:creationId xmlns:a16="http://schemas.microsoft.com/office/drawing/2014/main" id="{1DA82D25-5FEF-6340-B9D7-2DE2A62E1BEE}"/>
              </a:ext>
            </a:extLst>
          </p:cNvPr>
          <p:cNvPicPr>
            <a:picLocks noChangeAspect="1"/>
          </p:cNvPicPr>
          <p:nvPr/>
        </p:nvPicPr>
        <p:blipFill>
          <a:blip r:embed="rId2"/>
          <a:stretch>
            <a:fillRect/>
          </a:stretch>
        </p:blipFill>
        <p:spPr>
          <a:xfrm>
            <a:off x="0" y="0"/>
            <a:ext cx="2420615" cy="2238375"/>
          </a:xfrm>
          <a:prstGeom prst="rect">
            <a:avLst/>
          </a:prstGeom>
        </p:spPr>
      </p:pic>
      <p:pic>
        <p:nvPicPr>
          <p:cNvPr id="16" name="图片 15">
            <a:extLst>
              <a:ext uri="{FF2B5EF4-FFF2-40B4-BE49-F238E27FC236}">
                <a16:creationId xmlns:a16="http://schemas.microsoft.com/office/drawing/2014/main" id="{1C2FED59-EC1E-6D48-96D3-486DE3A3B19C}"/>
              </a:ext>
            </a:extLst>
          </p:cNvPr>
          <p:cNvPicPr>
            <a:picLocks noChangeAspect="1"/>
          </p:cNvPicPr>
          <p:nvPr/>
        </p:nvPicPr>
        <p:blipFill>
          <a:blip r:embed="rId3"/>
          <a:stretch>
            <a:fillRect/>
          </a:stretch>
        </p:blipFill>
        <p:spPr>
          <a:xfrm>
            <a:off x="0" y="2238375"/>
            <a:ext cx="2420615" cy="1095229"/>
          </a:xfrm>
          <a:prstGeom prst="rect">
            <a:avLst/>
          </a:prstGeom>
        </p:spPr>
      </p:pic>
      <p:pic>
        <p:nvPicPr>
          <p:cNvPr id="17" name="图片 16">
            <a:extLst>
              <a:ext uri="{FF2B5EF4-FFF2-40B4-BE49-F238E27FC236}">
                <a16:creationId xmlns:a16="http://schemas.microsoft.com/office/drawing/2014/main" id="{78F5F1CC-D558-7746-918C-179AC48A36FC}"/>
              </a:ext>
            </a:extLst>
          </p:cNvPr>
          <p:cNvPicPr>
            <a:picLocks noChangeAspect="1"/>
          </p:cNvPicPr>
          <p:nvPr/>
        </p:nvPicPr>
        <p:blipFill rotWithShape="1">
          <a:blip r:embed="rId4"/>
          <a:srcRect l="62109"/>
          <a:stretch/>
        </p:blipFill>
        <p:spPr>
          <a:xfrm>
            <a:off x="7572375" y="2308715"/>
            <a:ext cx="4619625" cy="1718197"/>
          </a:xfrm>
          <a:prstGeom prst="rect">
            <a:avLst/>
          </a:prstGeom>
        </p:spPr>
      </p:pic>
      <p:pic>
        <p:nvPicPr>
          <p:cNvPr id="18" name="图片 17">
            <a:extLst>
              <a:ext uri="{FF2B5EF4-FFF2-40B4-BE49-F238E27FC236}">
                <a16:creationId xmlns:a16="http://schemas.microsoft.com/office/drawing/2014/main" id="{6806BCA5-B353-E843-8153-E26328ABCED2}"/>
              </a:ext>
            </a:extLst>
          </p:cNvPr>
          <p:cNvPicPr>
            <a:picLocks noChangeAspect="1"/>
          </p:cNvPicPr>
          <p:nvPr/>
        </p:nvPicPr>
        <p:blipFill rotWithShape="1">
          <a:blip r:embed="rId4"/>
          <a:srcRect l="-3555" r="58165"/>
          <a:stretch/>
        </p:blipFill>
        <p:spPr>
          <a:xfrm>
            <a:off x="2038350" y="2308713"/>
            <a:ext cx="5534025" cy="1718197"/>
          </a:xfrm>
          <a:prstGeom prst="rect">
            <a:avLst/>
          </a:prstGeom>
        </p:spPr>
      </p:pic>
      <p:sp>
        <p:nvSpPr>
          <p:cNvPr id="19" name="矩形 18">
            <a:extLst>
              <a:ext uri="{FF2B5EF4-FFF2-40B4-BE49-F238E27FC236}">
                <a16:creationId xmlns:a16="http://schemas.microsoft.com/office/drawing/2014/main" id="{01261D55-08D5-0547-9FB3-3D348CB591B8}"/>
              </a:ext>
            </a:extLst>
          </p:cNvPr>
          <p:cNvSpPr/>
          <p:nvPr/>
        </p:nvSpPr>
        <p:spPr>
          <a:xfrm>
            <a:off x="86570" y="70338"/>
            <a:ext cx="2261652" cy="578591"/>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p>
        </p:txBody>
      </p:sp>
    </p:spTree>
    <p:extLst>
      <p:ext uri="{BB962C8B-B14F-4D97-AF65-F5344CB8AC3E}">
        <p14:creationId xmlns:p14="http://schemas.microsoft.com/office/powerpoint/2010/main" val="10584699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phase_2</a:t>
              </a:r>
              <a:endParaRPr kumimoji="1" lang="zh-CN" altLang="en-US" sz="2400" b="1" dirty="0">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F9DB878F-FD9C-D24A-9D10-AA024EB308C7}"/>
              </a:ext>
            </a:extLst>
          </p:cNvPr>
          <p:cNvSpPr>
            <a:spLocks noGrp="1"/>
          </p:cNvSpPr>
          <p:nvPr>
            <p:ph type="sldNum" sz="quarter" idx="12"/>
          </p:nvPr>
        </p:nvSpPr>
        <p:spPr>
          <a:xfrm>
            <a:off x="9448800"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15</a:t>
            </a:fld>
            <a:endParaRPr kumimoji="1" lang="zh-CN" altLang="en-US" dirty="0">
              <a:latin typeface="Times New Roman" panose="02020603050405020304" pitchFamily="18" charset="0"/>
              <a:cs typeface="Times New Roman" panose="02020603050405020304" pitchFamily="18" charset="0"/>
            </a:endParaRPr>
          </a:p>
        </p:txBody>
      </p:sp>
      <p:pic>
        <p:nvPicPr>
          <p:cNvPr id="15" name="图片 14">
            <a:extLst>
              <a:ext uri="{FF2B5EF4-FFF2-40B4-BE49-F238E27FC236}">
                <a16:creationId xmlns:a16="http://schemas.microsoft.com/office/drawing/2014/main" id="{1DA82D25-5FEF-6340-B9D7-2DE2A62E1BEE}"/>
              </a:ext>
            </a:extLst>
          </p:cNvPr>
          <p:cNvPicPr>
            <a:picLocks noChangeAspect="1"/>
          </p:cNvPicPr>
          <p:nvPr/>
        </p:nvPicPr>
        <p:blipFill>
          <a:blip r:embed="rId2"/>
          <a:stretch>
            <a:fillRect/>
          </a:stretch>
        </p:blipFill>
        <p:spPr>
          <a:xfrm>
            <a:off x="0" y="0"/>
            <a:ext cx="2420615" cy="2238375"/>
          </a:xfrm>
          <a:prstGeom prst="rect">
            <a:avLst/>
          </a:prstGeom>
        </p:spPr>
      </p:pic>
      <p:pic>
        <p:nvPicPr>
          <p:cNvPr id="16" name="图片 15">
            <a:extLst>
              <a:ext uri="{FF2B5EF4-FFF2-40B4-BE49-F238E27FC236}">
                <a16:creationId xmlns:a16="http://schemas.microsoft.com/office/drawing/2014/main" id="{1C2FED59-EC1E-6D48-96D3-486DE3A3B19C}"/>
              </a:ext>
            </a:extLst>
          </p:cNvPr>
          <p:cNvPicPr>
            <a:picLocks noChangeAspect="1"/>
          </p:cNvPicPr>
          <p:nvPr/>
        </p:nvPicPr>
        <p:blipFill>
          <a:blip r:embed="rId3"/>
          <a:stretch>
            <a:fillRect/>
          </a:stretch>
        </p:blipFill>
        <p:spPr>
          <a:xfrm>
            <a:off x="0" y="2238375"/>
            <a:ext cx="2420615" cy="1095229"/>
          </a:xfrm>
          <a:prstGeom prst="rect">
            <a:avLst/>
          </a:prstGeom>
        </p:spPr>
      </p:pic>
      <p:sp>
        <p:nvSpPr>
          <p:cNvPr id="19" name="矩形 18">
            <a:extLst>
              <a:ext uri="{FF2B5EF4-FFF2-40B4-BE49-F238E27FC236}">
                <a16:creationId xmlns:a16="http://schemas.microsoft.com/office/drawing/2014/main" id="{01261D55-08D5-0547-9FB3-3D348CB591B8}"/>
              </a:ext>
            </a:extLst>
          </p:cNvPr>
          <p:cNvSpPr/>
          <p:nvPr/>
        </p:nvSpPr>
        <p:spPr>
          <a:xfrm>
            <a:off x="79481" y="656126"/>
            <a:ext cx="2261652" cy="172549"/>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p>
        </p:txBody>
      </p:sp>
      <p:pic>
        <p:nvPicPr>
          <p:cNvPr id="2" name="图片 1">
            <a:extLst>
              <a:ext uri="{FF2B5EF4-FFF2-40B4-BE49-F238E27FC236}">
                <a16:creationId xmlns:a16="http://schemas.microsoft.com/office/drawing/2014/main" id="{CFF99271-9AD9-534B-AAF7-41768F952EFE}"/>
              </a:ext>
            </a:extLst>
          </p:cNvPr>
          <p:cNvPicPr>
            <a:picLocks noChangeAspect="1"/>
          </p:cNvPicPr>
          <p:nvPr/>
        </p:nvPicPr>
        <p:blipFill rotWithShape="1">
          <a:blip r:embed="rId4"/>
          <a:srcRect r="37347" b="5406"/>
          <a:stretch/>
        </p:blipFill>
        <p:spPr>
          <a:xfrm>
            <a:off x="2601814" y="194461"/>
            <a:ext cx="5948835" cy="461665"/>
          </a:xfrm>
          <a:prstGeom prst="rect">
            <a:avLst/>
          </a:prstGeom>
        </p:spPr>
      </p:pic>
      <p:pic>
        <p:nvPicPr>
          <p:cNvPr id="3" name="图片 2">
            <a:extLst>
              <a:ext uri="{FF2B5EF4-FFF2-40B4-BE49-F238E27FC236}">
                <a16:creationId xmlns:a16="http://schemas.microsoft.com/office/drawing/2014/main" id="{19049F9B-837C-9E47-BB76-8FEB37AB2B6E}"/>
              </a:ext>
            </a:extLst>
          </p:cNvPr>
          <p:cNvPicPr>
            <a:picLocks noChangeAspect="1"/>
          </p:cNvPicPr>
          <p:nvPr/>
        </p:nvPicPr>
        <p:blipFill rotWithShape="1">
          <a:blip r:embed="rId4"/>
          <a:srcRect l="82589"/>
          <a:stretch/>
        </p:blipFill>
        <p:spPr>
          <a:xfrm>
            <a:off x="8550649" y="194461"/>
            <a:ext cx="1563736" cy="461665"/>
          </a:xfrm>
          <a:prstGeom prst="rect">
            <a:avLst/>
          </a:prstGeom>
        </p:spPr>
      </p:pic>
      <p:pic>
        <p:nvPicPr>
          <p:cNvPr id="21" name="图片 20">
            <a:extLst>
              <a:ext uri="{FF2B5EF4-FFF2-40B4-BE49-F238E27FC236}">
                <a16:creationId xmlns:a16="http://schemas.microsoft.com/office/drawing/2014/main" id="{1CAF3910-AF00-1A40-A010-2286D001326E}"/>
              </a:ext>
            </a:extLst>
          </p:cNvPr>
          <p:cNvPicPr>
            <a:picLocks noChangeAspect="1"/>
          </p:cNvPicPr>
          <p:nvPr/>
        </p:nvPicPr>
        <p:blipFill>
          <a:blip r:embed="rId5"/>
          <a:stretch>
            <a:fillRect/>
          </a:stretch>
        </p:blipFill>
        <p:spPr>
          <a:xfrm>
            <a:off x="2601814" y="715270"/>
            <a:ext cx="9027202" cy="4243385"/>
          </a:xfrm>
          <a:prstGeom prst="rect">
            <a:avLst/>
          </a:prstGeom>
        </p:spPr>
      </p:pic>
      <p:sp>
        <p:nvSpPr>
          <p:cNvPr id="22" name="矩形 21">
            <a:extLst>
              <a:ext uri="{FF2B5EF4-FFF2-40B4-BE49-F238E27FC236}">
                <a16:creationId xmlns:a16="http://schemas.microsoft.com/office/drawing/2014/main" id="{18C6B82A-91B6-D54B-9857-04663C7A1436}"/>
              </a:ext>
            </a:extLst>
          </p:cNvPr>
          <p:cNvSpPr/>
          <p:nvPr/>
        </p:nvSpPr>
        <p:spPr>
          <a:xfrm>
            <a:off x="5576231" y="3068765"/>
            <a:ext cx="2244578" cy="191986"/>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cxnSp>
        <p:nvCxnSpPr>
          <p:cNvPr id="23" name="直线箭头连接符 22">
            <a:extLst>
              <a:ext uri="{FF2B5EF4-FFF2-40B4-BE49-F238E27FC236}">
                <a16:creationId xmlns:a16="http://schemas.microsoft.com/office/drawing/2014/main" id="{55945156-BF8F-9942-BE92-7358554D61EC}"/>
              </a:ext>
            </a:extLst>
          </p:cNvPr>
          <p:cNvCxnSpPr>
            <a:cxnSpLocks/>
            <a:stCxn id="22" idx="3"/>
          </p:cNvCxnSpPr>
          <p:nvPr/>
        </p:nvCxnSpPr>
        <p:spPr>
          <a:xfrm flipV="1">
            <a:off x="7820809" y="2774186"/>
            <a:ext cx="181199" cy="39057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53D9419B-6087-F048-9453-A55C5F2727C8}"/>
              </a:ext>
            </a:extLst>
          </p:cNvPr>
          <p:cNvSpPr txBox="1"/>
          <p:nvPr/>
        </p:nvSpPr>
        <p:spPr>
          <a:xfrm>
            <a:off x="7793334" y="2356453"/>
            <a:ext cx="2656952" cy="400110"/>
          </a:xfrm>
          <a:prstGeom prst="rect">
            <a:avLst/>
          </a:prstGeom>
          <a:noFill/>
          <a:ln w="31750">
            <a:solidFill>
              <a:schemeClr val="accent1"/>
            </a:solidFill>
          </a:ln>
        </p:spPr>
        <p:txBody>
          <a:bodyPr wrap="square" rtlCol="0">
            <a:spAutoFit/>
          </a:bodyPr>
          <a:lstStyle/>
          <a:p>
            <a:pPr algn="ctr"/>
            <a:r>
              <a:rPr kumimoji="1" lang="en-US" altLang="zh-CN" sz="2000" dirty="0">
                <a:solidFill>
                  <a:schemeClr val="bg1"/>
                </a:solidFill>
                <a:latin typeface="Times New Roman" panose="02020603050405020304" pitchFamily="18" charset="0"/>
                <a:cs typeface="Times New Roman" panose="02020603050405020304" pitchFamily="18" charset="0"/>
              </a:rPr>
              <a:t>“%d %d %d %d %d %d”</a:t>
            </a:r>
            <a:endParaRPr kumimoji="1" lang="zh-CN" altLang="en-US" sz="2000" dirty="0">
              <a:solidFill>
                <a:schemeClr val="bg1"/>
              </a:solidFill>
              <a:latin typeface="Times New Roman" panose="02020603050405020304" pitchFamily="18" charset="0"/>
              <a:cs typeface="Times New Roman" panose="02020603050405020304" pitchFamily="18" charset="0"/>
            </a:endParaRPr>
          </a:p>
        </p:txBody>
      </p:sp>
      <p:sp>
        <p:nvSpPr>
          <p:cNvPr id="29" name="矩形 28">
            <a:extLst>
              <a:ext uri="{FF2B5EF4-FFF2-40B4-BE49-F238E27FC236}">
                <a16:creationId xmlns:a16="http://schemas.microsoft.com/office/drawing/2014/main" id="{467E50F4-4154-0848-B632-B1D5F52BF0E9}"/>
              </a:ext>
            </a:extLst>
          </p:cNvPr>
          <p:cNvSpPr/>
          <p:nvPr/>
        </p:nvSpPr>
        <p:spPr>
          <a:xfrm>
            <a:off x="5576231" y="3426923"/>
            <a:ext cx="2974418" cy="276958"/>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pic>
        <p:nvPicPr>
          <p:cNvPr id="32" name="图片 31">
            <a:extLst>
              <a:ext uri="{FF2B5EF4-FFF2-40B4-BE49-F238E27FC236}">
                <a16:creationId xmlns:a16="http://schemas.microsoft.com/office/drawing/2014/main" id="{EE5FC3B3-C64C-9240-9A30-C42547F98278}"/>
              </a:ext>
            </a:extLst>
          </p:cNvPr>
          <p:cNvPicPr>
            <a:picLocks noChangeAspect="1"/>
          </p:cNvPicPr>
          <p:nvPr/>
        </p:nvPicPr>
        <p:blipFill rotWithShape="1">
          <a:blip r:embed="rId6"/>
          <a:srcRect r="26459"/>
          <a:stretch/>
        </p:blipFill>
        <p:spPr>
          <a:xfrm>
            <a:off x="79481" y="3458096"/>
            <a:ext cx="2450491" cy="1813825"/>
          </a:xfrm>
          <a:prstGeom prst="rect">
            <a:avLst/>
          </a:prstGeom>
        </p:spPr>
      </p:pic>
      <p:pic>
        <p:nvPicPr>
          <p:cNvPr id="14" name="图片 13">
            <a:extLst>
              <a:ext uri="{FF2B5EF4-FFF2-40B4-BE49-F238E27FC236}">
                <a16:creationId xmlns:a16="http://schemas.microsoft.com/office/drawing/2014/main" id="{F7ADFBAD-88EC-E943-B469-91E1EC1A32E1}"/>
              </a:ext>
            </a:extLst>
          </p:cNvPr>
          <p:cNvPicPr>
            <a:picLocks noChangeAspect="1"/>
          </p:cNvPicPr>
          <p:nvPr/>
        </p:nvPicPr>
        <p:blipFill>
          <a:blip r:embed="rId7"/>
          <a:stretch>
            <a:fillRect/>
          </a:stretch>
        </p:blipFill>
        <p:spPr>
          <a:xfrm>
            <a:off x="2601814" y="5001477"/>
            <a:ext cx="5816600" cy="381000"/>
          </a:xfrm>
          <a:prstGeom prst="rect">
            <a:avLst/>
          </a:prstGeom>
        </p:spPr>
      </p:pic>
      <p:sp>
        <p:nvSpPr>
          <p:cNvPr id="17" name="文本框 16">
            <a:extLst>
              <a:ext uri="{FF2B5EF4-FFF2-40B4-BE49-F238E27FC236}">
                <a16:creationId xmlns:a16="http://schemas.microsoft.com/office/drawing/2014/main" id="{51968A44-861E-F44F-8FB4-5F5FDDAD81AF}"/>
              </a:ext>
            </a:extLst>
          </p:cNvPr>
          <p:cNvSpPr txBox="1"/>
          <p:nvPr/>
        </p:nvSpPr>
        <p:spPr>
          <a:xfrm>
            <a:off x="8769554" y="5018974"/>
            <a:ext cx="1439818" cy="369332"/>
          </a:xfrm>
          <a:prstGeom prst="rect">
            <a:avLst/>
          </a:prstGeom>
          <a:noFill/>
        </p:spPr>
        <p:txBody>
          <a:bodyPr wrap="none" rtlCol="0">
            <a:spAutoFit/>
          </a:bodyPr>
          <a:lstStyle/>
          <a:p>
            <a:r>
              <a:rPr kumimoji="1" lang="en-US" altLang="zh-CN" dirty="0"/>
              <a:t>&gt;man </a:t>
            </a:r>
            <a:r>
              <a:rPr kumimoji="1" lang="en-US" altLang="zh-CN" dirty="0" err="1"/>
              <a:t>sscanf</a:t>
            </a:r>
            <a:endParaRPr kumimoji="1" lang="zh-CN" altLang="en-US" dirty="0"/>
          </a:p>
        </p:txBody>
      </p:sp>
      <p:sp>
        <p:nvSpPr>
          <p:cNvPr id="20" name="文本框 19">
            <a:extLst>
              <a:ext uri="{FF2B5EF4-FFF2-40B4-BE49-F238E27FC236}">
                <a16:creationId xmlns:a16="http://schemas.microsoft.com/office/drawing/2014/main" id="{EDC030E9-F339-094F-96BB-AF9AA71F36D1}"/>
              </a:ext>
            </a:extLst>
          </p:cNvPr>
          <p:cNvSpPr txBox="1"/>
          <p:nvPr/>
        </p:nvSpPr>
        <p:spPr>
          <a:xfrm>
            <a:off x="2529972" y="5594183"/>
            <a:ext cx="3198311" cy="369332"/>
          </a:xfrm>
          <a:prstGeom prst="rect">
            <a:avLst/>
          </a:prstGeom>
          <a:noFill/>
        </p:spPr>
        <p:txBody>
          <a:bodyPr wrap="none" rtlCol="0">
            <a:spAutoFit/>
          </a:bodyPr>
          <a:lstStyle/>
          <a:p>
            <a:r>
              <a:rPr kumimoji="1" lang="zh-CN" altLang="en-US" dirty="0"/>
              <a:t>第</a:t>
            </a:r>
            <a:r>
              <a:rPr kumimoji="1" lang="en-US" altLang="zh-CN" dirty="0"/>
              <a:t>7</a:t>
            </a:r>
            <a:r>
              <a:rPr kumimoji="1" lang="zh-CN" altLang="en-US" dirty="0"/>
              <a:t>，</a:t>
            </a:r>
            <a:r>
              <a:rPr kumimoji="1" lang="en-US" altLang="zh-CN" dirty="0"/>
              <a:t>8</a:t>
            </a:r>
            <a:r>
              <a:rPr kumimoji="1" lang="zh-CN" altLang="en-US" dirty="0"/>
              <a:t>个参数通过栈进行传递</a:t>
            </a:r>
          </a:p>
        </p:txBody>
      </p:sp>
    </p:spTree>
    <p:extLst>
      <p:ext uri="{BB962C8B-B14F-4D97-AF65-F5344CB8AC3E}">
        <p14:creationId xmlns:p14="http://schemas.microsoft.com/office/powerpoint/2010/main" val="39094324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phase_2</a:t>
              </a:r>
              <a:endParaRPr kumimoji="1" lang="zh-CN" altLang="en-US" sz="2400" b="1" dirty="0">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F9DB878F-FD9C-D24A-9D10-AA024EB308C7}"/>
              </a:ext>
            </a:extLst>
          </p:cNvPr>
          <p:cNvSpPr>
            <a:spLocks noGrp="1"/>
          </p:cNvSpPr>
          <p:nvPr>
            <p:ph type="sldNum" sz="quarter" idx="12"/>
          </p:nvPr>
        </p:nvSpPr>
        <p:spPr>
          <a:xfrm>
            <a:off x="9448800"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16</a:t>
            </a:fld>
            <a:endParaRPr kumimoji="1" lang="zh-CN" altLang="en-US" dirty="0">
              <a:latin typeface="Times New Roman" panose="02020603050405020304" pitchFamily="18" charset="0"/>
              <a:cs typeface="Times New Roman" panose="02020603050405020304" pitchFamily="18" charset="0"/>
            </a:endParaRPr>
          </a:p>
        </p:txBody>
      </p:sp>
      <p:pic>
        <p:nvPicPr>
          <p:cNvPr id="15" name="图片 14">
            <a:extLst>
              <a:ext uri="{FF2B5EF4-FFF2-40B4-BE49-F238E27FC236}">
                <a16:creationId xmlns:a16="http://schemas.microsoft.com/office/drawing/2014/main" id="{1DA82D25-5FEF-6340-B9D7-2DE2A62E1BEE}"/>
              </a:ext>
            </a:extLst>
          </p:cNvPr>
          <p:cNvPicPr>
            <a:picLocks noChangeAspect="1"/>
          </p:cNvPicPr>
          <p:nvPr/>
        </p:nvPicPr>
        <p:blipFill>
          <a:blip r:embed="rId2"/>
          <a:stretch>
            <a:fillRect/>
          </a:stretch>
        </p:blipFill>
        <p:spPr>
          <a:xfrm>
            <a:off x="0" y="0"/>
            <a:ext cx="2420615" cy="2238375"/>
          </a:xfrm>
          <a:prstGeom prst="rect">
            <a:avLst/>
          </a:prstGeom>
        </p:spPr>
      </p:pic>
      <p:pic>
        <p:nvPicPr>
          <p:cNvPr id="16" name="图片 15">
            <a:extLst>
              <a:ext uri="{FF2B5EF4-FFF2-40B4-BE49-F238E27FC236}">
                <a16:creationId xmlns:a16="http://schemas.microsoft.com/office/drawing/2014/main" id="{1C2FED59-EC1E-6D48-96D3-486DE3A3B19C}"/>
              </a:ext>
            </a:extLst>
          </p:cNvPr>
          <p:cNvPicPr>
            <a:picLocks noChangeAspect="1"/>
          </p:cNvPicPr>
          <p:nvPr/>
        </p:nvPicPr>
        <p:blipFill>
          <a:blip r:embed="rId3"/>
          <a:stretch>
            <a:fillRect/>
          </a:stretch>
        </p:blipFill>
        <p:spPr>
          <a:xfrm>
            <a:off x="0" y="2238375"/>
            <a:ext cx="2420615" cy="1095229"/>
          </a:xfrm>
          <a:prstGeom prst="rect">
            <a:avLst/>
          </a:prstGeom>
        </p:spPr>
      </p:pic>
      <p:sp>
        <p:nvSpPr>
          <p:cNvPr id="19" name="矩形 18">
            <a:extLst>
              <a:ext uri="{FF2B5EF4-FFF2-40B4-BE49-F238E27FC236}">
                <a16:creationId xmlns:a16="http://schemas.microsoft.com/office/drawing/2014/main" id="{01261D55-08D5-0547-9FB3-3D348CB591B8}"/>
              </a:ext>
            </a:extLst>
          </p:cNvPr>
          <p:cNvSpPr/>
          <p:nvPr/>
        </p:nvSpPr>
        <p:spPr>
          <a:xfrm>
            <a:off x="79480" y="814039"/>
            <a:ext cx="2261652" cy="423746"/>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p>
        </p:txBody>
      </p:sp>
      <p:pic>
        <p:nvPicPr>
          <p:cNvPr id="32" name="图片 31">
            <a:extLst>
              <a:ext uri="{FF2B5EF4-FFF2-40B4-BE49-F238E27FC236}">
                <a16:creationId xmlns:a16="http://schemas.microsoft.com/office/drawing/2014/main" id="{EE5FC3B3-C64C-9240-9A30-C42547F98278}"/>
              </a:ext>
            </a:extLst>
          </p:cNvPr>
          <p:cNvPicPr>
            <a:picLocks noChangeAspect="1"/>
          </p:cNvPicPr>
          <p:nvPr/>
        </p:nvPicPr>
        <p:blipFill rotWithShape="1">
          <a:blip r:embed="rId4"/>
          <a:srcRect r="26459"/>
          <a:stretch/>
        </p:blipFill>
        <p:spPr>
          <a:xfrm>
            <a:off x="-14939" y="3881804"/>
            <a:ext cx="2450491" cy="1813825"/>
          </a:xfrm>
          <a:prstGeom prst="rect">
            <a:avLst/>
          </a:prstGeom>
        </p:spPr>
      </p:pic>
      <p:pic>
        <p:nvPicPr>
          <p:cNvPr id="2" name="图片 1">
            <a:extLst>
              <a:ext uri="{FF2B5EF4-FFF2-40B4-BE49-F238E27FC236}">
                <a16:creationId xmlns:a16="http://schemas.microsoft.com/office/drawing/2014/main" id="{D959C73E-B305-2441-88C9-7101C80FD614}"/>
              </a:ext>
            </a:extLst>
          </p:cNvPr>
          <p:cNvPicPr>
            <a:picLocks noChangeAspect="1"/>
          </p:cNvPicPr>
          <p:nvPr/>
        </p:nvPicPr>
        <p:blipFill>
          <a:blip r:embed="rId5"/>
          <a:stretch>
            <a:fillRect/>
          </a:stretch>
        </p:blipFill>
        <p:spPr>
          <a:xfrm>
            <a:off x="2800902" y="1376289"/>
            <a:ext cx="9055100" cy="1409700"/>
          </a:xfrm>
          <a:prstGeom prst="rect">
            <a:avLst/>
          </a:prstGeom>
        </p:spPr>
      </p:pic>
    </p:spTree>
    <p:extLst>
      <p:ext uri="{BB962C8B-B14F-4D97-AF65-F5344CB8AC3E}">
        <p14:creationId xmlns:p14="http://schemas.microsoft.com/office/powerpoint/2010/main" val="11539808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phase_2</a:t>
              </a:r>
              <a:endParaRPr kumimoji="1" lang="zh-CN" altLang="en-US" sz="2400" b="1" dirty="0">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F9DB878F-FD9C-D24A-9D10-AA024EB308C7}"/>
              </a:ext>
            </a:extLst>
          </p:cNvPr>
          <p:cNvSpPr>
            <a:spLocks noGrp="1"/>
          </p:cNvSpPr>
          <p:nvPr>
            <p:ph type="sldNum" sz="quarter" idx="12"/>
          </p:nvPr>
        </p:nvSpPr>
        <p:spPr>
          <a:xfrm>
            <a:off x="9448800"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17</a:t>
            </a:fld>
            <a:endParaRPr kumimoji="1" lang="zh-CN" altLang="en-US" dirty="0">
              <a:latin typeface="Times New Roman" panose="02020603050405020304" pitchFamily="18" charset="0"/>
              <a:cs typeface="Times New Roman" panose="02020603050405020304" pitchFamily="18" charset="0"/>
            </a:endParaRPr>
          </a:p>
        </p:txBody>
      </p:sp>
      <p:pic>
        <p:nvPicPr>
          <p:cNvPr id="15" name="图片 14">
            <a:extLst>
              <a:ext uri="{FF2B5EF4-FFF2-40B4-BE49-F238E27FC236}">
                <a16:creationId xmlns:a16="http://schemas.microsoft.com/office/drawing/2014/main" id="{1DA82D25-5FEF-6340-B9D7-2DE2A62E1BEE}"/>
              </a:ext>
            </a:extLst>
          </p:cNvPr>
          <p:cNvPicPr>
            <a:picLocks noChangeAspect="1"/>
          </p:cNvPicPr>
          <p:nvPr/>
        </p:nvPicPr>
        <p:blipFill>
          <a:blip r:embed="rId2"/>
          <a:stretch>
            <a:fillRect/>
          </a:stretch>
        </p:blipFill>
        <p:spPr>
          <a:xfrm>
            <a:off x="0" y="0"/>
            <a:ext cx="2420615" cy="2238375"/>
          </a:xfrm>
          <a:prstGeom prst="rect">
            <a:avLst/>
          </a:prstGeom>
        </p:spPr>
      </p:pic>
      <p:pic>
        <p:nvPicPr>
          <p:cNvPr id="16" name="图片 15">
            <a:extLst>
              <a:ext uri="{FF2B5EF4-FFF2-40B4-BE49-F238E27FC236}">
                <a16:creationId xmlns:a16="http://schemas.microsoft.com/office/drawing/2014/main" id="{1C2FED59-EC1E-6D48-96D3-486DE3A3B19C}"/>
              </a:ext>
            </a:extLst>
          </p:cNvPr>
          <p:cNvPicPr>
            <a:picLocks noChangeAspect="1"/>
          </p:cNvPicPr>
          <p:nvPr/>
        </p:nvPicPr>
        <p:blipFill>
          <a:blip r:embed="rId3"/>
          <a:stretch>
            <a:fillRect/>
          </a:stretch>
        </p:blipFill>
        <p:spPr>
          <a:xfrm>
            <a:off x="0" y="2238375"/>
            <a:ext cx="2420615" cy="1095229"/>
          </a:xfrm>
          <a:prstGeom prst="rect">
            <a:avLst/>
          </a:prstGeom>
        </p:spPr>
      </p:pic>
      <p:sp>
        <p:nvSpPr>
          <p:cNvPr id="19" name="矩形 18">
            <a:extLst>
              <a:ext uri="{FF2B5EF4-FFF2-40B4-BE49-F238E27FC236}">
                <a16:creationId xmlns:a16="http://schemas.microsoft.com/office/drawing/2014/main" id="{01261D55-08D5-0547-9FB3-3D348CB591B8}"/>
              </a:ext>
            </a:extLst>
          </p:cNvPr>
          <p:cNvSpPr/>
          <p:nvPr/>
        </p:nvSpPr>
        <p:spPr>
          <a:xfrm>
            <a:off x="79480" y="1237785"/>
            <a:ext cx="2261652" cy="1435100"/>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p>
        </p:txBody>
      </p:sp>
      <p:pic>
        <p:nvPicPr>
          <p:cNvPr id="32" name="图片 31">
            <a:extLst>
              <a:ext uri="{FF2B5EF4-FFF2-40B4-BE49-F238E27FC236}">
                <a16:creationId xmlns:a16="http://schemas.microsoft.com/office/drawing/2014/main" id="{EE5FC3B3-C64C-9240-9A30-C42547F98278}"/>
              </a:ext>
            </a:extLst>
          </p:cNvPr>
          <p:cNvPicPr>
            <a:picLocks noChangeAspect="1"/>
          </p:cNvPicPr>
          <p:nvPr/>
        </p:nvPicPr>
        <p:blipFill rotWithShape="1">
          <a:blip r:embed="rId4"/>
          <a:srcRect r="26459"/>
          <a:stretch/>
        </p:blipFill>
        <p:spPr>
          <a:xfrm>
            <a:off x="-14939" y="3881804"/>
            <a:ext cx="2450491" cy="1813825"/>
          </a:xfrm>
          <a:prstGeom prst="rect">
            <a:avLst/>
          </a:prstGeom>
        </p:spPr>
      </p:pic>
      <p:pic>
        <p:nvPicPr>
          <p:cNvPr id="14" name="图片 13">
            <a:extLst>
              <a:ext uri="{FF2B5EF4-FFF2-40B4-BE49-F238E27FC236}">
                <a16:creationId xmlns:a16="http://schemas.microsoft.com/office/drawing/2014/main" id="{048E930A-4647-1E48-BF0C-56596F95FC5A}"/>
              </a:ext>
            </a:extLst>
          </p:cNvPr>
          <p:cNvPicPr>
            <a:picLocks noChangeAspect="1"/>
          </p:cNvPicPr>
          <p:nvPr/>
        </p:nvPicPr>
        <p:blipFill>
          <a:blip r:embed="rId5"/>
          <a:stretch>
            <a:fillRect/>
          </a:stretch>
        </p:blipFill>
        <p:spPr>
          <a:xfrm>
            <a:off x="2500095" y="382114"/>
            <a:ext cx="3745312" cy="2700451"/>
          </a:xfrm>
          <a:prstGeom prst="rect">
            <a:avLst/>
          </a:prstGeom>
        </p:spPr>
      </p:pic>
      <p:sp>
        <p:nvSpPr>
          <p:cNvPr id="20" name="矩形 19">
            <a:extLst>
              <a:ext uri="{FF2B5EF4-FFF2-40B4-BE49-F238E27FC236}">
                <a16:creationId xmlns:a16="http://schemas.microsoft.com/office/drawing/2014/main" id="{3C9CBF3A-D9B3-6B4C-8947-F640DCD83B20}"/>
              </a:ext>
            </a:extLst>
          </p:cNvPr>
          <p:cNvSpPr/>
          <p:nvPr/>
        </p:nvSpPr>
        <p:spPr>
          <a:xfrm>
            <a:off x="4524866" y="2238375"/>
            <a:ext cx="1641058" cy="325716"/>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A4EF7A75-FE68-AC4E-A25B-7EA1F65FFE90}"/>
                  </a:ext>
                </a:extLst>
              </p:cNvPr>
              <p:cNvSpPr txBox="1"/>
              <p:nvPr/>
            </p:nvSpPr>
            <p:spPr>
              <a:xfrm>
                <a:off x="3902697" y="3409643"/>
                <a:ext cx="5558381" cy="2308324"/>
              </a:xfrm>
              <a:prstGeom prst="rect">
                <a:avLst/>
              </a:prstGeom>
              <a:noFill/>
            </p:spPr>
            <p:txBody>
              <a:bodyPr wrap="none" rtlCol="0">
                <a:spAutoFit/>
              </a:bodyPr>
              <a:lstStyle/>
              <a:p>
                <a:pPr>
                  <a:lnSpc>
                    <a:spcPct val="150000"/>
                  </a:lnSpc>
                </a:pPr>
                <a14:m>
                  <m:oMathPara xmlns:m="http://schemas.openxmlformats.org/officeDocument/2006/math">
                    <m:oMathParaPr>
                      <m:jc m:val="left"/>
                    </m:oMathParaPr>
                    <m:oMath xmlns:m="http://schemas.openxmlformats.org/officeDocument/2006/math">
                      <m:r>
                        <a:rPr kumimoji="1" lang="en-US" altLang="zh-CN" sz="2400" i="1" dirty="0" smtClean="0">
                          <a:latin typeface="Cambria Math" panose="02040503050406030204" pitchFamily="18" charset="0"/>
                        </a:rPr>
                        <m:t>𝑎</m:t>
                      </m:r>
                      <m:r>
                        <a:rPr kumimoji="1" lang="en-US" altLang="zh-CN" sz="2400" i="1" dirty="0" smtClean="0">
                          <a:latin typeface="Cambria Math" panose="02040503050406030204" pitchFamily="18" charset="0"/>
                        </a:rPr>
                        <m:t>[6]=[0,1,</m:t>
                      </m:r>
                      <m:sSub>
                        <m:sSubPr>
                          <m:ctrlPr>
                            <a:rPr kumimoji="1" lang="en-US" altLang="zh-CN" sz="2400" i="1" dirty="0" smtClean="0">
                              <a:latin typeface="Cambria Math" panose="02040503050406030204" pitchFamily="18" charset="0"/>
                            </a:rPr>
                          </m:ctrlPr>
                        </m:sSubPr>
                        <m:e>
                          <m:r>
                            <a:rPr kumimoji="1" lang="en-US" altLang="zh-CN" sz="2400" b="0" i="1" dirty="0" smtClean="0">
                              <a:latin typeface="Cambria Math" panose="02040503050406030204" pitchFamily="18" charset="0"/>
                            </a:rPr>
                            <m:t>𝑎</m:t>
                          </m:r>
                        </m:e>
                        <m:sub>
                          <m:r>
                            <a:rPr kumimoji="1" lang="en-US" altLang="zh-CN" sz="2400" b="0" i="1" dirty="0" smtClean="0">
                              <a:latin typeface="Cambria Math" panose="02040503050406030204" pitchFamily="18" charset="0"/>
                            </a:rPr>
                            <m:t>2</m:t>
                          </m:r>
                        </m:sub>
                      </m:sSub>
                      <m:r>
                        <a:rPr kumimoji="1" lang="en-US" altLang="zh-CN" sz="2400" i="1" dirty="0" smtClean="0">
                          <a:latin typeface="Cambria Math" panose="02040503050406030204" pitchFamily="18" charset="0"/>
                        </a:rPr>
                        <m:t>,</m:t>
                      </m:r>
                      <m:sSub>
                        <m:sSubPr>
                          <m:ctrlPr>
                            <a:rPr kumimoji="1" lang="en-US" altLang="zh-CN" sz="2400" i="1" dirty="0" smtClean="0">
                              <a:latin typeface="Cambria Math" panose="02040503050406030204" pitchFamily="18" charset="0"/>
                            </a:rPr>
                          </m:ctrlPr>
                        </m:sSubPr>
                        <m:e>
                          <m:r>
                            <a:rPr kumimoji="1" lang="en-US" altLang="zh-CN" sz="2400" b="0" i="1" dirty="0" smtClean="0">
                              <a:latin typeface="Cambria Math" panose="02040503050406030204" pitchFamily="18" charset="0"/>
                            </a:rPr>
                            <m:t>𝑎</m:t>
                          </m:r>
                        </m:e>
                        <m:sub>
                          <m:r>
                            <a:rPr kumimoji="1" lang="en-US" altLang="zh-CN" sz="2400" b="0" i="1" dirty="0" smtClean="0">
                              <a:latin typeface="Cambria Math" panose="02040503050406030204" pitchFamily="18" charset="0"/>
                            </a:rPr>
                            <m:t>3</m:t>
                          </m:r>
                        </m:sub>
                      </m:sSub>
                      <m:r>
                        <a:rPr kumimoji="1" lang="en-US" altLang="zh-CN" sz="2400" i="1" dirty="0" smtClean="0">
                          <a:latin typeface="Cambria Math" panose="02040503050406030204" pitchFamily="18" charset="0"/>
                        </a:rPr>
                        <m:t>,</m:t>
                      </m:r>
                      <m:sSub>
                        <m:sSubPr>
                          <m:ctrlPr>
                            <a:rPr kumimoji="1" lang="en-US" altLang="zh-CN" sz="2400" i="1" dirty="0" smtClean="0">
                              <a:latin typeface="Cambria Math" panose="02040503050406030204" pitchFamily="18" charset="0"/>
                            </a:rPr>
                          </m:ctrlPr>
                        </m:sSubPr>
                        <m:e>
                          <m:r>
                            <a:rPr kumimoji="1" lang="en-US" altLang="zh-CN" sz="2400" b="0" i="1" dirty="0" smtClean="0">
                              <a:latin typeface="Cambria Math" panose="02040503050406030204" pitchFamily="18" charset="0"/>
                            </a:rPr>
                            <m:t>𝑎</m:t>
                          </m:r>
                        </m:e>
                        <m:sub>
                          <m:r>
                            <a:rPr kumimoji="1" lang="en-US" altLang="zh-CN" sz="2400" b="0" i="1" dirty="0" smtClean="0">
                              <a:latin typeface="Cambria Math" panose="02040503050406030204" pitchFamily="18" charset="0"/>
                            </a:rPr>
                            <m:t>4</m:t>
                          </m:r>
                        </m:sub>
                      </m:sSub>
                      <m:r>
                        <a:rPr kumimoji="1" lang="en-US" altLang="zh-CN" sz="2400" i="1" dirty="0" smtClean="0">
                          <a:latin typeface="Cambria Math" panose="02040503050406030204" pitchFamily="18" charset="0"/>
                        </a:rPr>
                        <m:t>,</m:t>
                      </m:r>
                      <m:sSub>
                        <m:sSubPr>
                          <m:ctrlPr>
                            <a:rPr kumimoji="1" lang="en-US" altLang="zh-CN" sz="2400" i="1" dirty="0" smtClean="0">
                              <a:latin typeface="Cambria Math" panose="02040503050406030204" pitchFamily="18" charset="0"/>
                            </a:rPr>
                          </m:ctrlPr>
                        </m:sSubPr>
                        <m:e>
                          <m:r>
                            <a:rPr kumimoji="1" lang="en-US" altLang="zh-CN" sz="2400" b="0" i="1" dirty="0" smtClean="0">
                              <a:latin typeface="Cambria Math" panose="02040503050406030204" pitchFamily="18" charset="0"/>
                            </a:rPr>
                            <m:t>𝑎</m:t>
                          </m:r>
                        </m:e>
                        <m:sub>
                          <m:r>
                            <a:rPr kumimoji="1" lang="en-US" altLang="zh-CN" sz="2400" b="0" i="1" dirty="0" smtClean="0">
                              <a:latin typeface="Cambria Math" panose="02040503050406030204" pitchFamily="18" charset="0"/>
                            </a:rPr>
                            <m:t>5</m:t>
                          </m:r>
                        </m:sub>
                      </m:sSub>
                      <m:r>
                        <a:rPr kumimoji="1" lang="en-US" altLang="zh-CN" sz="2400" i="1" dirty="0" smtClean="0">
                          <a:latin typeface="Cambria Math" panose="02040503050406030204" pitchFamily="18" charset="0"/>
                        </a:rPr>
                        <m:t>]</m:t>
                      </m:r>
                    </m:oMath>
                  </m:oMathPara>
                </a14:m>
                <a:endParaRPr kumimoji="1" lang="en-US" altLang="zh-CN" sz="2400" dirty="0"/>
              </a:p>
              <a:p>
                <a:pPr>
                  <a:lnSpc>
                    <a:spcPct val="150000"/>
                  </a:lnSpc>
                </a:pPr>
                <a14:m>
                  <m:oMathPara xmlns:m="http://schemas.openxmlformats.org/officeDocument/2006/math">
                    <m:oMathParaPr>
                      <m:jc m:val="left"/>
                    </m:oMathParaPr>
                    <m:oMath xmlns:m="http://schemas.openxmlformats.org/officeDocument/2006/math">
                      <m:r>
                        <a:rPr kumimoji="1" lang="en-US" altLang="zh-CN" sz="2400" i="1" dirty="0" smtClean="0">
                          <a:latin typeface="Cambria Math" panose="02040503050406030204" pitchFamily="18" charset="0"/>
                        </a:rPr>
                        <m:t>𝑎</m:t>
                      </m:r>
                      <m:d>
                        <m:dPr>
                          <m:begChr m:val="["/>
                          <m:endChr m:val="]"/>
                          <m:ctrlPr>
                            <a:rPr kumimoji="1" lang="en-US" altLang="zh-CN" sz="2400" i="1" dirty="0" smtClean="0">
                              <a:latin typeface="Cambria Math" panose="02040503050406030204" pitchFamily="18" charset="0"/>
                            </a:rPr>
                          </m:ctrlPr>
                        </m:dPr>
                        <m:e>
                          <m:r>
                            <a:rPr kumimoji="1" lang="en-US" altLang="zh-CN" sz="2400" i="1" dirty="0" err="1" smtClean="0">
                              <a:latin typeface="Cambria Math" panose="02040503050406030204" pitchFamily="18" charset="0"/>
                            </a:rPr>
                            <m:t>𝑖</m:t>
                          </m:r>
                        </m:e>
                      </m:d>
                      <m:r>
                        <a:rPr kumimoji="1" lang="en-US" altLang="zh-CN" sz="2400" i="1" dirty="0" smtClean="0">
                          <a:latin typeface="Cambria Math" panose="02040503050406030204" pitchFamily="18" charset="0"/>
                        </a:rPr>
                        <m:t>=</m:t>
                      </m:r>
                      <m:r>
                        <a:rPr kumimoji="1" lang="en-US" altLang="zh-CN" sz="2400" b="0" i="1" dirty="0" smtClean="0">
                          <a:latin typeface="Cambria Math" panose="02040503050406030204" pitchFamily="18" charset="0"/>
                        </a:rPr>
                        <m:t>2∗</m:t>
                      </m:r>
                      <m:r>
                        <a:rPr kumimoji="1" lang="en-US" altLang="zh-CN" sz="2400" i="1" dirty="0" smtClean="0">
                          <a:latin typeface="Cambria Math" panose="02040503050406030204" pitchFamily="18" charset="0"/>
                        </a:rPr>
                        <m:t>𝑎</m:t>
                      </m:r>
                      <m:d>
                        <m:dPr>
                          <m:begChr m:val="["/>
                          <m:endChr m:val="]"/>
                          <m:ctrlPr>
                            <a:rPr kumimoji="1" lang="en-US" altLang="zh-CN" sz="2400" i="1" dirty="0" smtClean="0">
                              <a:latin typeface="Cambria Math" panose="02040503050406030204" pitchFamily="18" charset="0"/>
                            </a:rPr>
                          </m:ctrlPr>
                        </m:dPr>
                        <m:e>
                          <m:r>
                            <a:rPr kumimoji="1" lang="en-US" altLang="zh-CN" sz="2400" i="1" dirty="0" smtClean="0">
                              <a:latin typeface="Cambria Math" panose="02040503050406030204" pitchFamily="18" charset="0"/>
                            </a:rPr>
                            <m:t>𝑖</m:t>
                          </m:r>
                          <m:r>
                            <a:rPr kumimoji="1" lang="en-US" altLang="zh-CN" sz="2400" i="1" dirty="0" smtClean="0">
                              <a:latin typeface="Cambria Math" panose="02040503050406030204" pitchFamily="18" charset="0"/>
                            </a:rPr>
                            <m:t>−2</m:t>
                          </m:r>
                        </m:e>
                      </m:d>
                      <m:r>
                        <a:rPr kumimoji="1" lang="en-US" altLang="zh-CN" sz="2400" i="1" dirty="0" smtClean="0">
                          <a:latin typeface="Cambria Math" panose="02040503050406030204" pitchFamily="18" charset="0"/>
                        </a:rPr>
                        <m:t>+</m:t>
                      </m:r>
                      <m:r>
                        <a:rPr kumimoji="1" lang="en-US" altLang="zh-CN" sz="2400" i="1" dirty="0" smtClean="0">
                          <a:latin typeface="Cambria Math" panose="02040503050406030204" pitchFamily="18" charset="0"/>
                        </a:rPr>
                        <m:t>𝑎</m:t>
                      </m:r>
                      <m:d>
                        <m:dPr>
                          <m:begChr m:val="["/>
                          <m:endChr m:val="]"/>
                          <m:ctrlPr>
                            <a:rPr kumimoji="1" lang="en-US" altLang="zh-CN" sz="2400" i="1" dirty="0" smtClean="0">
                              <a:latin typeface="Cambria Math" panose="02040503050406030204" pitchFamily="18" charset="0"/>
                            </a:rPr>
                          </m:ctrlPr>
                        </m:dPr>
                        <m:e>
                          <m:r>
                            <a:rPr kumimoji="1" lang="en-US" altLang="zh-CN" sz="2400" i="1" dirty="0" smtClean="0">
                              <a:latin typeface="Cambria Math" panose="02040503050406030204" pitchFamily="18" charset="0"/>
                            </a:rPr>
                            <m:t>𝑖</m:t>
                          </m:r>
                          <m:r>
                            <a:rPr kumimoji="1" lang="en-US" altLang="zh-CN" sz="2400" i="1" dirty="0" smtClean="0">
                              <a:latin typeface="Cambria Math" panose="02040503050406030204" pitchFamily="18" charset="0"/>
                            </a:rPr>
                            <m:t>−1</m:t>
                          </m:r>
                        </m:e>
                      </m:d>
                      <m:r>
                        <a:rPr kumimoji="1" lang="en-US" altLang="zh-CN" sz="2400" i="1" dirty="0" smtClean="0">
                          <a:latin typeface="Cambria Math" panose="02040503050406030204" pitchFamily="18" charset="0"/>
                        </a:rPr>
                        <m:t>,</m:t>
                      </m:r>
                      <m:r>
                        <a:rPr kumimoji="1" lang="en-US" altLang="zh-CN" sz="2400" b="0" i="1" dirty="0" smtClean="0">
                          <a:latin typeface="Cambria Math" panose="02040503050406030204" pitchFamily="18" charset="0"/>
                        </a:rPr>
                        <m:t> </m:t>
                      </m:r>
                      <m:r>
                        <a:rPr kumimoji="1" lang="en-US" altLang="zh-CN" sz="2400" b="0" i="1" dirty="0" smtClean="0">
                          <a:latin typeface="Cambria Math" panose="02040503050406030204" pitchFamily="18" charset="0"/>
                        </a:rPr>
                        <m:t>𝑖</m:t>
                      </m:r>
                      <m:r>
                        <a:rPr kumimoji="1" lang="en-US" altLang="zh-CN" sz="2400" b="0" i="1" dirty="0" smtClean="0">
                          <a:latin typeface="Cambria Math" panose="02040503050406030204" pitchFamily="18" charset="0"/>
                        </a:rPr>
                        <m:t>=2,3,4,5</m:t>
                      </m:r>
                    </m:oMath>
                  </m:oMathPara>
                </a14:m>
                <a:endParaRPr kumimoji="1" lang="en-US" altLang="zh-CN" sz="2400" b="0" dirty="0"/>
              </a:p>
              <a:p>
                <a:pPr>
                  <a:lnSpc>
                    <a:spcPct val="150000"/>
                  </a:lnSpc>
                </a:pPr>
                <a14:m>
                  <m:oMathPara xmlns:m="http://schemas.openxmlformats.org/officeDocument/2006/math">
                    <m:oMathParaPr>
                      <m:jc m:val="left"/>
                    </m:oMathParaPr>
                    <m:oMath xmlns:m="http://schemas.openxmlformats.org/officeDocument/2006/math">
                      <m:r>
                        <a:rPr kumimoji="1" lang="en-US" altLang="zh-CN" sz="2400" b="0" i="1" smtClean="0">
                          <a:latin typeface="Cambria Math" panose="02040503050406030204" pitchFamily="18" charset="0"/>
                        </a:rPr>
                        <m:t>𝑎</m:t>
                      </m:r>
                      <m:d>
                        <m:dPr>
                          <m:begChr m:val="["/>
                          <m:endChr m:val="]"/>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𝑖</m:t>
                          </m:r>
                        </m:e>
                      </m:d>
                      <m:r>
                        <a:rPr kumimoji="1" lang="en-US" altLang="zh-CN" sz="2400" b="0" i="1" smtClean="0">
                          <a:latin typeface="Cambria Math" panose="02040503050406030204" pitchFamily="18" charset="0"/>
                        </a:rPr>
                        <m:t>=[0,1,1,3,5,11]</m:t>
                      </m:r>
                    </m:oMath>
                  </m:oMathPara>
                </a14:m>
                <a:endParaRPr kumimoji="1" lang="en-US" altLang="zh-CN" sz="2400" b="0" dirty="0"/>
              </a:p>
              <a:p>
                <a:pPr>
                  <a:lnSpc>
                    <a:spcPct val="150000"/>
                  </a:lnSpc>
                </a:pPr>
                <a14:m>
                  <m:oMathPara xmlns:m="http://schemas.openxmlformats.org/officeDocument/2006/math">
                    <m:oMathParaPr>
                      <m:jc m:val="left"/>
                    </m:oMathParaPr>
                    <m:oMath xmlns:m="http://schemas.openxmlformats.org/officeDocument/2006/math">
                      <m:sSub>
                        <m:sSubPr>
                          <m:ctrlPr>
                            <a:rPr kumimoji="1" lang="en-US" altLang="zh-CN" sz="2400" b="0" i="1" smtClean="0">
                              <a:latin typeface="Cambria Math" panose="02040503050406030204" pitchFamily="18" charset="0"/>
                            </a:rPr>
                          </m:ctrlPr>
                        </m:sSubPr>
                        <m:e>
                          <m:r>
                            <a:rPr kumimoji="1" lang="en-US" altLang="zh-CN" sz="2400" b="0" i="1" smtClean="0">
                              <a:latin typeface="Cambria Math" panose="02040503050406030204" pitchFamily="18" charset="0"/>
                            </a:rPr>
                            <m:t>𝑎𝑟𝑔</m:t>
                          </m:r>
                        </m:e>
                        <m:sub>
                          <m:r>
                            <a:rPr kumimoji="1" lang="en-US" altLang="zh-CN" sz="2400" b="0" i="1" smtClean="0">
                              <a:latin typeface="Cambria Math" panose="02040503050406030204" pitchFamily="18" charset="0"/>
                            </a:rPr>
                            <m:t>𝑘</m:t>
                          </m:r>
                        </m:sub>
                      </m:sSub>
                      <m:r>
                        <a:rPr kumimoji="1" lang="en-US" altLang="zh-CN" sz="2400" b="0" i="0" smtClean="0">
                          <a:latin typeface="Cambria Math" panose="02040503050406030204" pitchFamily="18" charset="0"/>
                        </a:rPr>
                        <m:t>=</m:t>
                      </m:r>
                      <m:r>
                        <a:rPr kumimoji="1" lang="en-US" altLang="zh-CN" sz="2400" b="0" i="1" smtClean="0">
                          <a:latin typeface="Cambria Math" panose="02040503050406030204" pitchFamily="18" charset="0"/>
                        </a:rPr>
                        <m:t>𝑎</m:t>
                      </m:r>
                      <m:d>
                        <m:dPr>
                          <m:begChr m:val="["/>
                          <m:endChr m:val="]"/>
                          <m:ctrlPr>
                            <a:rPr kumimoji="1" lang="en-US" altLang="zh-CN" sz="2400" b="0" i="1" smtClean="0">
                              <a:latin typeface="Cambria Math" panose="02040503050406030204" pitchFamily="18" charset="0"/>
                            </a:rPr>
                          </m:ctrlPr>
                        </m:dPr>
                        <m:e>
                          <m:r>
                            <m:rPr>
                              <m:sty m:val="p"/>
                            </m:rPr>
                            <a:rPr kumimoji="1" lang="en-US" altLang="zh-CN" sz="2400" b="0" i="0" smtClean="0">
                              <a:latin typeface="Cambria Math" panose="02040503050406030204" pitchFamily="18" charset="0"/>
                            </a:rPr>
                            <m:t>k</m:t>
                          </m:r>
                          <m:r>
                            <a:rPr kumimoji="1" lang="en-US" altLang="zh-CN" sz="2400" b="0" i="0" smtClean="0">
                              <a:latin typeface="Cambria Math" panose="02040503050406030204" pitchFamily="18" charset="0"/>
                            </a:rPr>
                            <m:t>−3</m:t>
                          </m:r>
                        </m:e>
                      </m:d>
                      <m:r>
                        <a:rPr kumimoji="1" lang="en-US" altLang="zh-CN" sz="2400" b="0" i="0" smtClean="0">
                          <a:latin typeface="Cambria Math" panose="02040503050406030204" pitchFamily="18" charset="0"/>
                        </a:rPr>
                        <m:t>,</m:t>
                      </m:r>
                      <m:r>
                        <m:rPr>
                          <m:sty m:val="p"/>
                        </m:rPr>
                        <a:rPr kumimoji="1" lang="en-US" altLang="zh-CN" sz="2400" b="0" i="0" smtClean="0">
                          <a:latin typeface="Cambria Math" panose="02040503050406030204" pitchFamily="18" charset="0"/>
                        </a:rPr>
                        <m:t>k</m:t>
                      </m:r>
                      <m:r>
                        <a:rPr kumimoji="1" lang="en-US" altLang="zh-CN" sz="2400" b="0" i="0" smtClean="0">
                          <a:latin typeface="Cambria Math" panose="02040503050406030204" pitchFamily="18" charset="0"/>
                        </a:rPr>
                        <m:t>=3,4,5,6,7,8</m:t>
                      </m:r>
                    </m:oMath>
                  </m:oMathPara>
                </a14:m>
                <a:endParaRPr kumimoji="1" lang="zh-CN" altLang="en-US" sz="2400" dirty="0"/>
              </a:p>
            </p:txBody>
          </p:sp>
        </mc:Choice>
        <mc:Fallback xmlns="">
          <p:sp>
            <p:nvSpPr>
              <p:cNvPr id="18" name="文本框 17">
                <a:extLst>
                  <a:ext uri="{FF2B5EF4-FFF2-40B4-BE49-F238E27FC236}">
                    <a16:creationId xmlns:a16="http://schemas.microsoft.com/office/drawing/2014/main" id="{A4EF7A75-FE68-AC4E-A25B-7EA1F65FFE90}"/>
                  </a:ext>
                </a:extLst>
              </p:cNvPr>
              <p:cNvSpPr txBox="1">
                <a:spLocks noRot="1" noChangeAspect="1" noMove="1" noResize="1" noEditPoints="1" noAdjustHandles="1" noChangeArrowheads="1" noChangeShapeType="1" noTextEdit="1"/>
              </p:cNvSpPr>
              <p:nvPr/>
            </p:nvSpPr>
            <p:spPr>
              <a:xfrm>
                <a:off x="3902697" y="3409643"/>
                <a:ext cx="5558381" cy="2308324"/>
              </a:xfrm>
              <a:prstGeom prst="rect">
                <a:avLst/>
              </a:prstGeom>
              <a:blipFill>
                <a:blip r:embed="rId6"/>
                <a:stretch>
                  <a:fillRect l="-228"/>
                </a:stretch>
              </a:blipFill>
            </p:spPr>
            <p:txBody>
              <a:bodyPr/>
              <a:lstStyle/>
              <a:p>
                <a:r>
                  <a:rPr lang="zh-CN" altLang="en-US">
                    <a:noFill/>
                  </a:rPr>
                  <a:t> </a:t>
                </a:r>
              </a:p>
            </p:txBody>
          </p:sp>
        </mc:Fallback>
      </mc:AlternateContent>
      <p:pic>
        <p:nvPicPr>
          <p:cNvPr id="21" name="图片 20">
            <a:extLst>
              <a:ext uri="{FF2B5EF4-FFF2-40B4-BE49-F238E27FC236}">
                <a16:creationId xmlns:a16="http://schemas.microsoft.com/office/drawing/2014/main" id="{CBA1B7D1-FC95-6941-97D9-BDFF63BB8947}"/>
              </a:ext>
            </a:extLst>
          </p:cNvPr>
          <p:cNvPicPr>
            <a:picLocks noChangeAspect="1"/>
          </p:cNvPicPr>
          <p:nvPr/>
        </p:nvPicPr>
        <p:blipFill>
          <a:blip r:embed="rId7"/>
          <a:stretch>
            <a:fillRect/>
          </a:stretch>
        </p:blipFill>
        <p:spPr>
          <a:xfrm>
            <a:off x="6245407" y="382106"/>
            <a:ext cx="5430407" cy="2379948"/>
          </a:xfrm>
          <a:prstGeom prst="rect">
            <a:avLst/>
          </a:prstGeom>
        </p:spPr>
      </p:pic>
    </p:spTree>
    <p:extLst>
      <p:ext uri="{BB962C8B-B14F-4D97-AF65-F5344CB8AC3E}">
        <p14:creationId xmlns:p14="http://schemas.microsoft.com/office/powerpoint/2010/main" val="37100564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phase_2</a:t>
              </a:r>
              <a:endParaRPr kumimoji="1" lang="zh-CN" altLang="en-US" sz="2400" b="1" dirty="0">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F9DB878F-FD9C-D24A-9D10-AA024EB308C7}"/>
              </a:ext>
            </a:extLst>
          </p:cNvPr>
          <p:cNvSpPr>
            <a:spLocks noGrp="1"/>
          </p:cNvSpPr>
          <p:nvPr>
            <p:ph type="sldNum" sz="quarter" idx="12"/>
          </p:nvPr>
        </p:nvSpPr>
        <p:spPr>
          <a:xfrm>
            <a:off x="9448800"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18</a:t>
            </a:fld>
            <a:endParaRPr kumimoji="1" lang="zh-CN" altLang="en-US" dirty="0">
              <a:latin typeface="Times New Roman" panose="02020603050405020304" pitchFamily="18" charset="0"/>
              <a:cs typeface="Times New Roman" panose="02020603050405020304" pitchFamily="18" charset="0"/>
            </a:endParaRPr>
          </a:p>
        </p:txBody>
      </p:sp>
      <p:sp>
        <p:nvSpPr>
          <p:cNvPr id="2" name="文本框 1">
            <a:extLst>
              <a:ext uri="{FF2B5EF4-FFF2-40B4-BE49-F238E27FC236}">
                <a16:creationId xmlns:a16="http://schemas.microsoft.com/office/drawing/2014/main" id="{50FFB6B2-353F-C449-BC76-4CC51801E3EA}"/>
              </a:ext>
            </a:extLst>
          </p:cNvPr>
          <p:cNvSpPr txBox="1"/>
          <p:nvPr/>
        </p:nvSpPr>
        <p:spPr>
          <a:xfrm>
            <a:off x="506895" y="467139"/>
            <a:ext cx="3057247" cy="584775"/>
          </a:xfrm>
          <a:prstGeom prst="rect">
            <a:avLst/>
          </a:prstGeom>
          <a:noFill/>
        </p:spPr>
        <p:txBody>
          <a:bodyPr wrap="none" rtlCol="0">
            <a:spAutoFit/>
          </a:bodyPr>
          <a:lstStyle/>
          <a:p>
            <a:r>
              <a:rPr kumimoji="1" lang="zh-CN" altLang="en-US" sz="3200" dirty="0"/>
              <a:t>局部变量的存储</a:t>
            </a:r>
          </a:p>
        </p:txBody>
      </p:sp>
      <p:grpSp>
        <p:nvGrpSpPr>
          <p:cNvPr id="4" name="组合 3">
            <a:extLst>
              <a:ext uri="{FF2B5EF4-FFF2-40B4-BE49-F238E27FC236}">
                <a16:creationId xmlns:a16="http://schemas.microsoft.com/office/drawing/2014/main" id="{DB9CE705-A605-E345-AAF9-765DE3F89902}"/>
              </a:ext>
            </a:extLst>
          </p:cNvPr>
          <p:cNvGrpSpPr/>
          <p:nvPr/>
        </p:nvGrpSpPr>
        <p:grpSpPr>
          <a:xfrm>
            <a:off x="9005860" y="0"/>
            <a:ext cx="2888849" cy="2518715"/>
            <a:chOff x="8103829" y="1774989"/>
            <a:chExt cx="3584462" cy="3114842"/>
          </a:xfrm>
        </p:grpSpPr>
        <p:pic>
          <p:nvPicPr>
            <p:cNvPr id="22" name="图片 21">
              <a:extLst>
                <a:ext uri="{FF2B5EF4-FFF2-40B4-BE49-F238E27FC236}">
                  <a16:creationId xmlns:a16="http://schemas.microsoft.com/office/drawing/2014/main" id="{8F32D513-C995-2A49-AE50-95A2B6827A3A}"/>
                </a:ext>
              </a:extLst>
            </p:cNvPr>
            <p:cNvPicPr>
              <a:picLocks noChangeAspect="1"/>
            </p:cNvPicPr>
            <p:nvPr/>
          </p:nvPicPr>
          <p:blipFill rotWithShape="1">
            <a:blip r:embed="rId2"/>
            <a:srcRect r="26459"/>
            <a:stretch/>
          </p:blipFill>
          <p:spPr>
            <a:xfrm>
              <a:off x="8103829" y="1774989"/>
              <a:ext cx="3584462" cy="2653177"/>
            </a:xfrm>
            <a:prstGeom prst="rect">
              <a:avLst/>
            </a:prstGeom>
          </p:spPr>
        </p:pic>
        <p:pic>
          <p:nvPicPr>
            <p:cNvPr id="23" name="图片 22">
              <a:extLst>
                <a:ext uri="{FF2B5EF4-FFF2-40B4-BE49-F238E27FC236}">
                  <a16:creationId xmlns:a16="http://schemas.microsoft.com/office/drawing/2014/main" id="{ABBF436C-BDFA-4445-A2B0-A5D9B0A68C00}"/>
                </a:ext>
              </a:extLst>
            </p:cNvPr>
            <p:cNvPicPr>
              <a:picLocks noChangeAspect="1"/>
            </p:cNvPicPr>
            <p:nvPr/>
          </p:nvPicPr>
          <p:blipFill rotWithShape="1">
            <a:blip r:embed="rId3"/>
            <a:srcRect l="53496" t="67803" b="22873"/>
            <a:stretch/>
          </p:blipFill>
          <p:spPr>
            <a:xfrm>
              <a:off x="8299321" y="4428166"/>
              <a:ext cx="3193477" cy="461665"/>
            </a:xfrm>
            <a:prstGeom prst="rect">
              <a:avLst/>
            </a:prstGeom>
          </p:spPr>
        </p:pic>
      </p:grpSp>
      <p:sp>
        <p:nvSpPr>
          <p:cNvPr id="3" name="文本框 2">
            <a:extLst>
              <a:ext uri="{FF2B5EF4-FFF2-40B4-BE49-F238E27FC236}">
                <a16:creationId xmlns:a16="http://schemas.microsoft.com/office/drawing/2014/main" id="{A221072A-9B0C-294C-BE6D-99BB738D4F26}"/>
              </a:ext>
            </a:extLst>
          </p:cNvPr>
          <p:cNvSpPr txBox="1"/>
          <p:nvPr/>
        </p:nvSpPr>
        <p:spPr>
          <a:xfrm>
            <a:off x="606287" y="1242391"/>
            <a:ext cx="9591087" cy="1892056"/>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kumimoji="1" lang="zh-CN" altLang="en-US" sz="2000" dirty="0"/>
              <a:t>在栈中</a:t>
            </a:r>
            <a:endParaRPr kumimoji="1" lang="en-US" altLang="zh-CN" sz="2000" dirty="0"/>
          </a:p>
          <a:p>
            <a:pPr marL="742950" lvl="1" indent="-285750">
              <a:lnSpc>
                <a:spcPct val="150000"/>
              </a:lnSpc>
              <a:buFont typeface="Wingdings" pitchFamily="2" charset="2"/>
              <a:buChar char="Ø"/>
            </a:pPr>
            <a:r>
              <a:rPr kumimoji="1" lang="zh-CN" altLang="en-US" sz="2000" dirty="0"/>
              <a:t>寄存器不足够存放所有的本地数据</a:t>
            </a:r>
            <a:endParaRPr kumimoji="1" lang="en-US" altLang="zh-CN" sz="2000" dirty="0"/>
          </a:p>
          <a:p>
            <a:pPr marL="742950" lvl="1" indent="-285750">
              <a:lnSpc>
                <a:spcPct val="150000"/>
              </a:lnSpc>
              <a:buFont typeface="Wingdings" pitchFamily="2" charset="2"/>
              <a:buChar char="Ø"/>
            </a:pPr>
            <a:r>
              <a:rPr kumimoji="1" lang="zh-CN" altLang="en-US" sz="2000" dirty="0"/>
              <a:t>对一个局部变量使用了地址运算‘</a:t>
            </a:r>
            <a:r>
              <a:rPr kumimoji="1" lang="en-US" altLang="zh-CN" sz="2000" dirty="0"/>
              <a:t>&amp;</a:t>
            </a:r>
            <a:r>
              <a:rPr kumimoji="1" lang="zh-CN" altLang="en-US" sz="2000" dirty="0"/>
              <a:t>’</a:t>
            </a:r>
            <a:endParaRPr kumimoji="1" lang="en-US" altLang="zh-CN" sz="2000" dirty="0"/>
          </a:p>
          <a:p>
            <a:pPr marL="742950" lvl="1" indent="-285750">
              <a:lnSpc>
                <a:spcPct val="150000"/>
              </a:lnSpc>
              <a:buFont typeface="Wingdings" pitchFamily="2" charset="2"/>
              <a:buChar char="Ø"/>
            </a:pPr>
            <a:r>
              <a:rPr kumimoji="1" lang="zh-CN" altLang="en-US" sz="2000" dirty="0"/>
              <a:t>局部变量是</a:t>
            </a:r>
            <a:r>
              <a:rPr kumimoji="1" lang="zh-CN" altLang="en-US" sz="2000" b="1" dirty="0"/>
              <a:t>数组</a:t>
            </a:r>
            <a:r>
              <a:rPr kumimoji="1" lang="en-US" altLang="zh-CN" sz="2000" dirty="0"/>
              <a:t>/</a:t>
            </a:r>
            <a:r>
              <a:rPr kumimoji="1" lang="zh-CN" altLang="en-US" sz="2000" dirty="0"/>
              <a:t>结构，必须能够通过数组</a:t>
            </a:r>
            <a:r>
              <a:rPr kumimoji="1" lang="en-US" altLang="zh-CN" sz="2000" dirty="0"/>
              <a:t>/</a:t>
            </a:r>
            <a:r>
              <a:rPr kumimoji="1" lang="zh-CN" altLang="en-US" sz="2000" dirty="0"/>
              <a:t>结构引用被访问到（本题的情况）</a:t>
            </a:r>
            <a:endParaRPr kumimoji="1" lang="en-US" altLang="zh-CN" sz="2000" dirty="0"/>
          </a:p>
        </p:txBody>
      </p:sp>
      <p:sp>
        <p:nvSpPr>
          <p:cNvPr id="24" name="文本框 23">
            <a:extLst>
              <a:ext uri="{FF2B5EF4-FFF2-40B4-BE49-F238E27FC236}">
                <a16:creationId xmlns:a16="http://schemas.microsoft.com/office/drawing/2014/main" id="{56E9EDA6-12C9-F74B-ABC7-873933806919}"/>
              </a:ext>
            </a:extLst>
          </p:cNvPr>
          <p:cNvSpPr txBox="1"/>
          <p:nvPr/>
        </p:nvSpPr>
        <p:spPr>
          <a:xfrm>
            <a:off x="651663" y="3324924"/>
            <a:ext cx="10110460" cy="1890261"/>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kumimoji="1" lang="zh-CN" altLang="en-US" sz="2000" dirty="0">
                <a:latin typeface="Times New Roman" panose="02020603050405020304" pitchFamily="18" charset="0"/>
                <a:cs typeface="Times New Roman" panose="02020603050405020304" pitchFamily="18" charset="0"/>
              </a:rPr>
              <a:t>在寄存器中</a:t>
            </a:r>
            <a:endParaRPr kumimoji="1" lang="en-US" altLang="zh-CN" sz="2000" dirty="0">
              <a:latin typeface="Times New Roman" panose="02020603050405020304" pitchFamily="18" charset="0"/>
              <a:cs typeface="Times New Roman" panose="02020603050405020304" pitchFamily="18" charset="0"/>
            </a:endParaRPr>
          </a:p>
          <a:p>
            <a:pPr marL="742950" lvl="1" indent="-285750">
              <a:lnSpc>
                <a:spcPct val="150000"/>
              </a:lnSpc>
              <a:buFont typeface="Wingdings" pitchFamily="2" charset="2"/>
              <a:buChar char="Ø"/>
            </a:pPr>
            <a:r>
              <a:rPr kumimoji="1" lang="zh-CN" altLang="en-US" sz="2000" dirty="0">
                <a:latin typeface="Times New Roman" panose="02020603050405020304" pitchFamily="18" charset="0"/>
                <a:cs typeface="Times New Roman" panose="02020603050405020304" pitchFamily="18" charset="0"/>
              </a:rPr>
              <a:t>寄存器是唯一被所有过程共享的资源</a:t>
            </a:r>
            <a:endParaRPr kumimoji="1" lang="en-US" altLang="zh-CN" sz="2000" dirty="0">
              <a:latin typeface="Times New Roman" panose="02020603050405020304" pitchFamily="18" charset="0"/>
              <a:cs typeface="Times New Roman" panose="02020603050405020304" pitchFamily="18" charset="0"/>
            </a:endParaRPr>
          </a:p>
          <a:p>
            <a:pPr marL="742950" lvl="1" indent="-285750">
              <a:lnSpc>
                <a:spcPct val="150000"/>
              </a:lnSpc>
              <a:buFont typeface="Wingdings" pitchFamily="2" charset="2"/>
              <a:buChar char="Ø"/>
            </a:pPr>
            <a:r>
              <a:rPr kumimoji="1" lang="zh-CN" altLang="en-US" sz="2000" dirty="0">
                <a:latin typeface="Times New Roman" panose="02020603050405020304" pitchFamily="18" charset="0"/>
                <a:cs typeface="Times New Roman" panose="02020603050405020304" pitchFamily="18" charset="0"/>
              </a:rPr>
              <a:t>被调用者保存（</a:t>
            </a:r>
            <a:r>
              <a:rPr kumimoji="1" lang="en-US" altLang="zh-CN" sz="2000" dirty="0">
                <a:latin typeface="Times New Roman" panose="02020603050405020304" pitchFamily="18" charset="0"/>
                <a:cs typeface="Times New Roman" panose="02020603050405020304" pitchFamily="18" charset="0"/>
              </a:rPr>
              <a:t>callee saved</a:t>
            </a:r>
            <a:r>
              <a:rPr kumimoji="1" lang="zh-CN" altLang="en-US" sz="2000" dirty="0">
                <a:latin typeface="Times New Roman" panose="02020603050405020304" pitchFamily="18" charset="0"/>
                <a:cs typeface="Times New Roman" panose="02020603050405020304" pitchFamily="18" charset="0"/>
              </a:rPr>
              <a:t>）寄存器：</a:t>
            </a:r>
            <a:r>
              <a:rPr kumimoji="1" lang="en-US" altLang="zh-CN" sz="2000" dirty="0">
                <a:latin typeface="Times New Roman" panose="02020603050405020304" pitchFamily="18" charset="0"/>
                <a:cs typeface="Times New Roman" panose="02020603050405020304" pitchFamily="18" charset="0"/>
              </a:rPr>
              <a:t>%rbx,%rbp,%r12~%r15</a:t>
            </a:r>
          </a:p>
          <a:p>
            <a:pPr marL="742950" lvl="1" indent="-285750">
              <a:lnSpc>
                <a:spcPct val="150000"/>
              </a:lnSpc>
              <a:buFont typeface="Wingdings" pitchFamily="2" charset="2"/>
              <a:buChar char="Ø"/>
            </a:pPr>
            <a:r>
              <a:rPr kumimoji="1" lang="zh-CN" altLang="en-US" sz="2000" dirty="0">
                <a:latin typeface="Times New Roman" panose="02020603050405020304" pitchFamily="18" charset="0"/>
                <a:cs typeface="Times New Roman" panose="02020603050405020304" pitchFamily="18" charset="0"/>
              </a:rPr>
              <a:t>调用者保存（</a:t>
            </a:r>
            <a:r>
              <a:rPr kumimoji="1" lang="en-US" altLang="zh-CN" sz="2000" dirty="0">
                <a:latin typeface="Times New Roman" panose="02020603050405020304" pitchFamily="18" charset="0"/>
                <a:cs typeface="Times New Roman" panose="02020603050405020304" pitchFamily="18" charset="0"/>
              </a:rPr>
              <a:t>caller saved</a:t>
            </a:r>
            <a:r>
              <a:rPr kumimoji="1" lang="zh-CN" altLang="en-US" sz="2000" dirty="0">
                <a:latin typeface="Times New Roman" panose="02020603050405020304" pitchFamily="18" charset="0"/>
                <a:cs typeface="Times New Roman" panose="02020603050405020304" pitchFamily="18" charset="0"/>
              </a:rPr>
              <a:t>）寄存器：除被调用者寄存器以及</a:t>
            </a:r>
            <a:r>
              <a:rPr kumimoji="1" lang="en-US" altLang="zh-CN" sz="2000" dirty="0">
                <a:solidFill>
                  <a:srgbClr val="FF0000"/>
                </a:solidFill>
                <a:latin typeface="Times New Roman" panose="02020603050405020304" pitchFamily="18" charset="0"/>
                <a:cs typeface="Times New Roman" panose="02020603050405020304" pitchFamily="18" charset="0"/>
              </a:rPr>
              <a:t>%</a:t>
            </a:r>
            <a:r>
              <a:rPr kumimoji="1" lang="en-US" altLang="zh-CN" sz="2000" dirty="0" err="1">
                <a:solidFill>
                  <a:srgbClr val="FF0000"/>
                </a:solidFill>
                <a:latin typeface="Times New Roman" panose="02020603050405020304" pitchFamily="18" charset="0"/>
                <a:cs typeface="Times New Roman" panose="02020603050405020304" pitchFamily="18" charset="0"/>
              </a:rPr>
              <a:t>rsp</a:t>
            </a:r>
            <a:r>
              <a:rPr kumimoji="1" lang="zh-CN" altLang="en-US" sz="2000" dirty="0">
                <a:latin typeface="Times New Roman" panose="02020603050405020304" pitchFamily="18" charset="0"/>
                <a:cs typeface="Times New Roman" panose="02020603050405020304" pitchFamily="18" charset="0"/>
              </a:rPr>
              <a:t>以外的其他寄存器</a:t>
            </a:r>
            <a:endParaRPr kumimoji="1" lang="en-US" altLang="zh-C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3706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phase_3</a:t>
              </a:r>
              <a:endParaRPr kumimoji="1" lang="zh-CN" altLang="en-US" sz="2400" b="1" dirty="0">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37A24B4B-9B26-CA42-9EB0-A317FE93BB9D}"/>
              </a:ext>
            </a:extLst>
          </p:cNvPr>
          <p:cNvSpPr>
            <a:spLocks noGrp="1"/>
          </p:cNvSpPr>
          <p:nvPr>
            <p:ph type="sldNum" sz="quarter" idx="12"/>
          </p:nvPr>
        </p:nvSpPr>
        <p:spPr>
          <a:xfrm>
            <a:off x="9448798" y="6031204"/>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19</a:t>
            </a:fld>
            <a:endParaRPr kumimoji="1" lang="zh-CN" altLang="en-US" dirty="0">
              <a:latin typeface="Times New Roman" panose="02020603050405020304" pitchFamily="18" charset="0"/>
              <a:cs typeface="Times New Roman" panose="02020603050405020304" pitchFamily="18" charset="0"/>
            </a:endParaRPr>
          </a:p>
        </p:txBody>
      </p:sp>
      <p:sp>
        <p:nvSpPr>
          <p:cNvPr id="14" name="文本框 13">
            <a:extLst>
              <a:ext uri="{FF2B5EF4-FFF2-40B4-BE49-F238E27FC236}">
                <a16:creationId xmlns:a16="http://schemas.microsoft.com/office/drawing/2014/main" id="{CB7E0E8D-125D-1E41-910C-6F84A7B85695}"/>
              </a:ext>
            </a:extLst>
          </p:cNvPr>
          <p:cNvSpPr txBox="1"/>
          <p:nvPr/>
        </p:nvSpPr>
        <p:spPr>
          <a:xfrm>
            <a:off x="2965510" y="2421448"/>
            <a:ext cx="6260980" cy="2015103"/>
          </a:xfrm>
          <a:prstGeom prst="rect">
            <a:avLst/>
          </a:prstGeom>
          <a:noFill/>
        </p:spPr>
        <p:txBody>
          <a:bodyPr wrap="square" rtlCol="0">
            <a:spAutoFit/>
          </a:bodyPr>
          <a:lstStyle/>
          <a:p>
            <a:pPr algn="ctr">
              <a:lnSpc>
                <a:spcPct val="150000"/>
              </a:lnSpc>
            </a:pPr>
            <a:r>
              <a:rPr kumimoji="1" lang="en-US" altLang="zh-CN" sz="4400" b="1" dirty="0">
                <a:latin typeface="Times New Roman" panose="02020603050405020304" pitchFamily="18" charset="0"/>
                <a:cs typeface="Times New Roman" panose="02020603050405020304" pitchFamily="18" charset="0"/>
              </a:rPr>
              <a:t>phase_3</a:t>
            </a:r>
          </a:p>
          <a:p>
            <a:pPr algn="ctr">
              <a:lnSpc>
                <a:spcPct val="150000"/>
              </a:lnSpc>
            </a:pPr>
            <a:r>
              <a:rPr kumimoji="1" lang="es-ES" altLang="zh-CN" sz="4400" dirty="0">
                <a:latin typeface="Times New Roman" panose="02020603050405020304" pitchFamily="18" charset="0"/>
                <a:cs typeface="Times New Roman" panose="02020603050405020304" pitchFamily="18" charset="0"/>
              </a:rPr>
              <a:t>﻿</a:t>
            </a:r>
            <a:r>
              <a:rPr kumimoji="1" lang="es-ES" altLang="zh-CN" sz="4400" dirty="0" err="1">
                <a:latin typeface="Times New Roman" panose="02020603050405020304" pitchFamily="18" charset="0"/>
                <a:cs typeface="Times New Roman" panose="02020603050405020304" pitchFamily="18" charset="0"/>
              </a:rPr>
              <a:t>Switch</a:t>
            </a:r>
            <a:r>
              <a:rPr kumimoji="1" lang="es-ES" altLang="zh-CN" sz="4400" dirty="0">
                <a:latin typeface="Times New Roman" panose="02020603050405020304" pitchFamily="18" charset="0"/>
                <a:cs typeface="Times New Roman" panose="02020603050405020304" pitchFamily="18" charset="0"/>
              </a:rPr>
              <a:t> and </a:t>
            </a:r>
            <a:r>
              <a:rPr kumimoji="1" lang="es-ES" altLang="zh-CN" sz="4400" dirty="0" err="1">
                <a:latin typeface="Times New Roman" panose="02020603050405020304" pitchFamily="18" charset="0"/>
                <a:cs typeface="Times New Roman" panose="02020603050405020304" pitchFamily="18" charset="0"/>
              </a:rPr>
              <a:t>Jmp</a:t>
            </a:r>
            <a:r>
              <a:rPr kumimoji="1" lang="es-ES" altLang="zh-CN" sz="4400" dirty="0">
                <a:latin typeface="Times New Roman" panose="02020603050405020304" pitchFamily="18" charset="0"/>
                <a:cs typeface="Times New Roman" panose="02020603050405020304" pitchFamily="18" charset="0"/>
              </a:rPr>
              <a:t> </a:t>
            </a:r>
            <a:r>
              <a:rPr kumimoji="1" lang="es-ES" altLang="zh-CN" sz="4400" dirty="0" err="1">
                <a:latin typeface="Times New Roman" panose="02020603050405020304" pitchFamily="18" charset="0"/>
                <a:cs typeface="Times New Roman" panose="02020603050405020304" pitchFamily="18" charset="0"/>
              </a:rPr>
              <a:t>Table</a:t>
            </a:r>
            <a:endParaRPr kumimoji="1" lang="zh-CN" altLang="en-US"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65044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phase_3</a:t>
              </a:r>
              <a:endParaRPr kumimoji="1" lang="zh-CN" altLang="en-US" sz="2400" b="1" dirty="0">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5" name="灯片编号占位符 14">
            <a:extLst>
              <a:ext uri="{FF2B5EF4-FFF2-40B4-BE49-F238E27FC236}">
                <a16:creationId xmlns:a16="http://schemas.microsoft.com/office/drawing/2014/main" id="{F1C6F950-B312-714A-8BED-0262E4241AC4}"/>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20</a:t>
            </a:fld>
            <a:endParaRPr kumimoji="1" lang="zh-CN" altLang="en-US" dirty="0">
              <a:latin typeface="Times New Roman" panose="02020603050405020304" pitchFamily="18" charset="0"/>
              <a:cs typeface="Times New Roman" panose="02020603050405020304" pitchFamily="18" charset="0"/>
            </a:endParaRPr>
          </a:p>
        </p:txBody>
      </p:sp>
      <p:sp>
        <p:nvSpPr>
          <p:cNvPr id="2" name="文本框 1">
            <a:extLst>
              <a:ext uri="{FF2B5EF4-FFF2-40B4-BE49-F238E27FC236}">
                <a16:creationId xmlns:a16="http://schemas.microsoft.com/office/drawing/2014/main" id="{A4C5DC89-E5B9-EA40-BF7E-E4FF73F2E5CD}"/>
              </a:ext>
            </a:extLst>
          </p:cNvPr>
          <p:cNvSpPr txBox="1"/>
          <p:nvPr/>
        </p:nvSpPr>
        <p:spPr>
          <a:xfrm>
            <a:off x="815009" y="655983"/>
            <a:ext cx="1826141" cy="584775"/>
          </a:xfrm>
          <a:prstGeom prst="rect">
            <a:avLst/>
          </a:prstGeom>
          <a:noFill/>
        </p:spPr>
        <p:txBody>
          <a:bodyPr wrap="none" rtlCol="0">
            <a:spAutoFit/>
          </a:bodyPr>
          <a:lstStyle/>
          <a:p>
            <a:r>
              <a:rPr kumimoji="1" lang="zh-CN" altLang="en-US" sz="3200" dirty="0"/>
              <a:t>解题思路</a:t>
            </a:r>
          </a:p>
        </p:txBody>
      </p:sp>
      <p:sp>
        <p:nvSpPr>
          <p:cNvPr id="13" name="文本框 12">
            <a:extLst>
              <a:ext uri="{FF2B5EF4-FFF2-40B4-BE49-F238E27FC236}">
                <a16:creationId xmlns:a16="http://schemas.microsoft.com/office/drawing/2014/main" id="{21F4A14A-AF60-DA41-A669-DB5438AC6F4C}"/>
              </a:ext>
            </a:extLst>
          </p:cNvPr>
          <p:cNvSpPr txBox="1"/>
          <p:nvPr/>
        </p:nvSpPr>
        <p:spPr>
          <a:xfrm>
            <a:off x="894522" y="1540565"/>
            <a:ext cx="10654747" cy="1687963"/>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kumimoji="1" lang="zh-CN" altLang="en-US" sz="2400" dirty="0">
                <a:latin typeface="Times New Roman" panose="02020603050405020304" pitchFamily="18" charset="0"/>
                <a:cs typeface="Times New Roman" panose="02020603050405020304" pitchFamily="18" charset="0"/>
              </a:rPr>
              <a:t>根据汇编代码易知输入的格式为</a:t>
            </a:r>
            <a:r>
              <a:rPr kumimoji="1" lang="en-US" altLang="zh-CN" sz="2400" dirty="0">
                <a:latin typeface="Times New Roman" panose="02020603050405020304" pitchFamily="18" charset="0"/>
                <a:cs typeface="Dubai" panose="020B0503030403030204" pitchFamily="34" charset="-78"/>
              </a:rPr>
              <a:t>%d %d</a:t>
            </a:r>
            <a:r>
              <a:rPr kumimoji="1" lang="zh-CN" altLang="en-US" sz="2400" dirty="0">
                <a:latin typeface="Times New Roman" panose="02020603050405020304" pitchFamily="18" charset="0"/>
                <a:cs typeface="Dubai" panose="020B0503030403030204" pitchFamily="34" charset="-78"/>
              </a:rPr>
              <a:t>，且第一个整数为</a:t>
            </a:r>
            <a:r>
              <a:rPr kumimoji="1" lang="en-US" altLang="zh-CN" sz="2400" dirty="0">
                <a:latin typeface="Times New Roman" panose="02020603050405020304" pitchFamily="18" charset="0"/>
                <a:cs typeface="Dubai" panose="020B0503030403030204" pitchFamily="34" charset="-78"/>
              </a:rPr>
              <a:t>0</a:t>
            </a:r>
            <a:r>
              <a:rPr kumimoji="1" lang="zh-CN" altLang="en-US" sz="2400" dirty="0">
                <a:latin typeface="Times New Roman" panose="02020603050405020304" pitchFamily="18" charset="0"/>
                <a:cs typeface="Dubai" panose="020B0503030403030204" pitchFamily="34" charset="-78"/>
              </a:rPr>
              <a:t>到</a:t>
            </a:r>
            <a:r>
              <a:rPr kumimoji="1" lang="en-US" altLang="zh-CN" sz="2400" dirty="0">
                <a:latin typeface="Times New Roman" panose="02020603050405020304" pitchFamily="18" charset="0"/>
                <a:cs typeface="Dubai" panose="020B0503030403030204" pitchFamily="34" charset="-78"/>
              </a:rPr>
              <a:t>7</a:t>
            </a:r>
            <a:r>
              <a:rPr kumimoji="1" lang="zh-CN" altLang="en-US" sz="2400" dirty="0">
                <a:latin typeface="Times New Roman" panose="02020603050405020304" pitchFamily="18" charset="0"/>
                <a:cs typeface="Dubai" panose="020B0503030403030204" pitchFamily="34" charset="-78"/>
              </a:rPr>
              <a:t>之间的数</a:t>
            </a:r>
            <a:endParaRPr kumimoji="1" lang="en-US" altLang="zh-CN" sz="2400" dirty="0">
              <a:latin typeface="Times New Roman" panose="02020603050405020304" pitchFamily="18" charset="0"/>
              <a:cs typeface="Dubai" panose="020B0503030403030204" pitchFamily="34" charset="-78"/>
            </a:endParaRPr>
          </a:p>
          <a:p>
            <a:pPr marL="342900" indent="-342900">
              <a:lnSpc>
                <a:spcPct val="150000"/>
              </a:lnSpc>
              <a:buFont typeface="Arial" panose="020B0604020202020204" pitchFamily="34" charset="0"/>
              <a:buChar char="•"/>
            </a:pPr>
            <a:r>
              <a:rPr kumimoji="1" lang="zh-CN" altLang="en-US" sz="2400" dirty="0">
                <a:latin typeface="Times New Roman" panose="02020603050405020304" pitchFamily="18" charset="0"/>
                <a:cs typeface="Times New Roman" panose="02020603050405020304" pitchFamily="18" charset="0"/>
              </a:rPr>
              <a:t>第一个整数不同，跳转到的位置也不同，对应</a:t>
            </a:r>
            <a:r>
              <a:rPr kumimoji="1" lang="en-US" altLang="zh-CN" sz="2400" dirty="0">
                <a:latin typeface="Times New Roman" panose="02020603050405020304" pitchFamily="18" charset="0"/>
                <a:cs typeface="Times New Roman" panose="02020603050405020304" pitchFamily="18" charset="0"/>
              </a:rPr>
              <a:t>C</a:t>
            </a:r>
            <a:r>
              <a:rPr kumimoji="1" lang="zh-CN" altLang="en-US" sz="2400" dirty="0">
                <a:latin typeface="Times New Roman" panose="02020603050405020304" pitchFamily="18" charset="0"/>
                <a:cs typeface="Times New Roman" panose="02020603050405020304" pitchFamily="18" charset="0"/>
              </a:rPr>
              <a:t>中</a:t>
            </a:r>
            <a:r>
              <a:rPr kumimoji="1" lang="en-US" altLang="zh-CN" sz="2400" dirty="0">
                <a:latin typeface="Times New Roman" panose="02020603050405020304" pitchFamily="18" charset="0"/>
                <a:cs typeface="Times New Roman" panose="02020603050405020304" pitchFamily="18" charset="0"/>
              </a:rPr>
              <a:t>switch</a:t>
            </a:r>
            <a:r>
              <a:rPr kumimoji="1" lang="zh-CN" altLang="en-US" sz="2400" dirty="0">
                <a:latin typeface="Times New Roman" panose="02020603050405020304" pitchFamily="18" charset="0"/>
                <a:cs typeface="Times New Roman" panose="02020603050405020304" pitchFamily="18" charset="0"/>
              </a:rPr>
              <a:t>语句不同的</a:t>
            </a:r>
            <a:r>
              <a:rPr kumimoji="1" lang="en-US" altLang="zh-CN" sz="2400" dirty="0">
                <a:latin typeface="Times New Roman" panose="02020603050405020304" pitchFamily="18" charset="0"/>
                <a:cs typeface="Times New Roman" panose="02020603050405020304" pitchFamily="18" charset="0"/>
              </a:rPr>
              <a:t>case</a:t>
            </a:r>
          </a:p>
          <a:p>
            <a:pPr marL="342900" indent="-342900">
              <a:lnSpc>
                <a:spcPct val="150000"/>
              </a:lnSpc>
              <a:buFont typeface="Arial" panose="020B0604020202020204" pitchFamily="34" charset="0"/>
              <a:buChar char="•"/>
            </a:pPr>
            <a:r>
              <a:rPr kumimoji="1" lang="zh-CN" altLang="en-US" sz="2400" dirty="0">
                <a:latin typeface="Times New Roman" panose="02020603050405020304" pitchFamily="18" charset="0"/>
                <a:cs typeface="Times New Roman" panose="02020603050405020304" pitchFamily="18" charset="0"/>
              </a:rPr>
              <a:t>根据不同的</a:t>
            </a:r>
            <a:r>
              <a:rPr kumimoji="1" lang="en-US" altLang="zh-CN" sz="2400" dirty="0">
                <a:latin typeface="Times New Roman" panose="02020603050405020304" pitchFamily="18" charset="0"/>
                <a:cs typeface="Times New Roman" panose="02020603050405020304" pitchFamily="18" charset="0"/>
              </a:rPr>
              <a:t>case</a:t>
            </a:r>
            <a:r>
              <a:rPr kumimoji="1" lang="zh-CN" altLang="en-US" sz="2400" dirty="0">
                <a:latin typeface="Times New Roman" panose="02020603050405020304" pitchFamily="18" charset="0"/>
                <a:cs typeface="Times New Roman" panose="02020603050405020304" pitchFamily="18" charset="0"/>
              </a:rPr>
              <a:t>计算得到与输入的第一个整数对应的第二个整数</a:t>
            </a:r>
            <a:endParaRPr kumimoji="1" lang="en-US" altLang="zh-C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68780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phase_3</a:t>
              </a:r>
              <a:endParaRPr kumimoji="1" lang="zh-CN" altLang="en-US" sz="2400" b="1" dirty="0">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37A24B4B-9B26-CA42-9EB0-A317FE93BB9D}"/>
              </a:ext>
            </a:extLst>
          </p:cNvPr>
          <p:cNvSpPr>
            <a:spLocks noGrp="1"/>
          </p:cNvSpPr>
          <p:nvPr>
            <p:ph type="sldNum" sz="quarter" idx="12"/>
          </p:nvPr>
        </p:nvSpPr>
        <p:spPr>
          <a:xfrm>
            <a:off x="9448798" y="6031204"/>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21</a:t>
            </a:fld>
            <a:endParaRPr kumimoji="1" lang="zh-CN" altLang="en-US" dirty="0">
              <a:latin typeface="Times New Roman" panose="02020603050405020304" pitchFamily="18" charset="0"/>
              <a:cs typeface="Times New Roman" panose="02020603050405020304" pitchFamily="18" charset="0"/>
            </a:endParaRPr>
          </a:p>
        </p:txBody>
      </p:sp>
      <p:pic>
        <p:nvPicPr>
          <p:cNvPr id="2" name="图片 1">
            <a:extLst>
              <a:ext uri="{FF2B5EF4-FFF2-40B4-BE49-F238E27FC236}">
                <a16:creationId xmlns:a16="http://schemas.microsoft.com/office/drawing/2014/main" id="{E2103486-9D73-4C4E-AC64-4ABED7E8A47B}"/>
              </a:ext>
            </a:extLst>
          </p:cNvPr>
          <p:cNvPicPr>
            <a:picLocks noChangeAspect="1"/>
          </p:cNvPicPr>
          <p:nvPr/>
        </p:nvPicPr>
        <p:blipFill>
          <a:blip r:embed="rId2"/>
          <a:stretch>
            <a:fillRect/>
          </a:stretch>
        </p:blipFill>
        <p:spPr>
          <a:xfrm>
            <a:off x="395925" y="162442"/>
            <a:ext cx="5401559" cy="3426169"/>
          </a:xfrm>
          <a:prstGeom prst="rect">
            <a:avLst/>
          </a:prstGeom>
        </p:spPr>
      </p:pic>
      <p:pic>
        <p:nvPicPr>
          <p:cNvPr id="16" name="图片 15">
            <a:extLst>
              <a:ext uri="{FF2B5EF4-FFF2-40B4-BE49-F238E27FC236}">
                <a16:creationId xmlns:a16="http://schemas.microsoft.com/office/drawing/2014/main" id="{C38BA00F-8535-5548-A9CF-377DDAF03A7A}"/>
              </a:ext>
            </a:extLst>
          </p:cNvPr>
          <p:cNvPicPr>
            <a:picLocks noChangeAspect="1"/>
          </p:cNvPicPr>
          <p:nvPr/>
        </p:nvPicPr>
        <p:blipFill>
          <a:blip r:embed="rId3"/>
          <a:stretch>
            <a:fillRect/>
          </a:stretch>
        </p:blipFill>
        <p:spPr>
          <a:xfrm>
            <a:off x="5869103" y="166200"/>
            <a:ext cx="6021829" cy="4350290"/>
          </a:xfrm>
          <a:prstGeom prst="rect">
            <a:avLst/>
          </a:prstGeom>
        </p:spPr>
      </p:pic>
      <p:pic>
        <p:nvPicPr>
          <p:cNvPr id="17" name="图片 16">
            <a:extLst>
              <a:ext uri="{FF2B5EF4-FFF2-40B4-BE49-F238E27FC236}">
                <a16:creationId xmlns:a16="http://schemas.microsoft.com/office/drawing/2014/main" id="{6A59F2EA-F5F1-A34D-A1B4-7A228374455E}"/>
              </a:ext>
            </a:extLst>
          </p:cNvPr>
          <p:cNvPicPr>
            <a:picLocks noChangeAspect="1"/>
          </p:cNvPicPr>
          <p:nvPr/>
        </p:nvPicPr>
        <p:blipFill>
          <a:blip r:embed="rId4"/>
          <a:stretch>
            <a:fillRect/>
          </a:stretch>
        </p:blipFill>
        <p:spPr>
          <a:xfrm>
            <a:off x="5869103" y="4516496"/>
            <a:ext cx="6021829" cy="951954"/>
          </a:xfrm>
          <a:prstGeom prst="rect">
            <a:avLst/>
          </a:prstGeom>
        </p:spPr>
      </p:pic>
    </p:spTree>
    <p:extLst>
      <p:ext uri="{BB962C8B-B14F-4D97-AF65-F5344CB8AC3E}">
        <p14:creationId xmlns:p14="http://schemas.microsoft.com/office/powerpoint/2010/main" val="3709237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phase_3</a:t>
              </a:r>
              <a:endParaRPr kumimoji="1" lang="zh-CN" altLang="en-US" sz="2400" b="1" dirty="0">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37A24B4B-9B26-CA42-9EB0-A317FE93BB9D}"/>
              </a:ext>
            </a:extLst>
          </p:cNvPr>
          <p:cNvSpPr>
            <a:spLocks noGrp="1"/>
          </p:cNvSpPr>
          <p:nvPr>
            <p:ph type="sldNum" sz="quarter" idx="12"/>
          </p:nvPr>
        </p:nvSpPr>
        <p:spPr>
          <a:xfrm>
            <a:off x="9448798" y="6031204"/>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22</a:t>
            </a:fld>
            <a:endParaRPr kumimoji="1" lang="zh-CN" altLang="en-US" dirty="0">
              <a:latin typeface="Times New Roman" panose="02020603050405020304" pitchFamily="18" charset="0"/>
              <a:cs typeface="Times New Roman" panose="02020603050405020304" pitchFamily="18" charset="0"/>
            </a:endParaRPr>
          </a:p>
        </p:txBody>
      </p:sp>
      <p:pic>
        <p:nvPicPr>
          <p:cNvPr id="2" name="图片 1">
            <a:extLst>
              <a:ext uri="{FF2B5EF4-FFF2-40B4-BE49-F238E27FC236}">
                <a16:creationId xmlns:a16="http://schemas.microsoft.com/office/drawing/2014/main" id="{E2103486-9D73-4C4E-AC64-4ABED7E8A47B}"/>
              </a:ext>
            </a:extLst>
          </p:cNvPr>
          <p:cNvPicPr>
            <a:picLocks noChangeAspect="1"/>
          </p:cNvPicPr>
          <p:nvPr/>
        </p:nvPicPr>
        <p:blipFill>
          <a:blip r:embed="rId2"/>
          <a:stretch>
            <a:fillRect/>
          </a:stretch>
        </p:blipFill>
        <p:spPr>
          <a:xfrm>
            <a:off x="0" y="0"/>
            <a:ext cx="3414795" cy="2165979"/>
          </a:xfrm>
          <a:prstGeom prst="rect">
            <a:avLst/>
          </a:prstGeom>
        </p:spPr>
      </p:pic>
      <p:pic>
        <p:nvPicPr>
          <p:cNvPr id="16" name="图片 15">
            <a:extLst>
              <a:ext uri="{FF2B5EF4-FFF2-40B4-BE49-F238E27FC236}">
                <a16:creationId xmlns:a16="http://schemas.microsoft.com/office/drawing/2014/main" id="{C38BA00F-8535-5548-A9CF-377DDAF03A7A}"/>
              </a:ext>
            </a:extLst>
          </p:cNvPr>
          <p:cNvPicPr>
            <a:picLocks noChangeAspect="1"/>
          </p:cNvPicPr>
          <p:nvPr/>
        </p:nvPicPr>
        <p:blipFill>
          <a:blip r:embed="rId3"/>
          <a:stretch>
            <a:fillRect/>
          </a:stretch>
        </p:blipFill>
        <p:spPr>
          <a:xfrm>
            <a:off x="0" y="2165979"/>
            <a:ext cx="3414795" cy="2466916"/>
          </a:xfrm>
          <a:prstGeom prst="rect">
            <a:avLst/>
          </a:prstGeom>
        </p:spPr>
      </p:pic>
      <p:pic>
        <p:nvPicPr>
          <p:cNvPr id="17" name="图片 16">
            <a:extLst>
              <a:ext uri="{FF2B5EF4-FFF2-40B4-BE49-F238E27FC236}">
                <a16:creationId xmlns:a16="http://schemas.microsoft.com/office/drawing/2014/main" id="{6A59F2EA-F5F1-A34D-A1B4-7A228374455E}"/>
              </a:ext>
            </a:extLst>
          </p:cNvPr>
          <p:cNvPicPr>
            <a:picLocks noChangeAspect="1"/>
          </p:cNvPicPr>
          <p:nvPr/>
        </p:nvPicPr>
        <p:blipFill>
          <a:blip r:embed="rId4"/>
          <a:stretch>
            <a:fillRect/>
          </a:stretch>
        </p:blipFill>
        <p:spPr>
          <a:xfrm>
            <a:off x="0" y="4632895"/>
            <a:ext cx="3414795" cy="539824"/>
          </a:xfrm>
          <a:prstGeom prst="rect">
            <a:avLst/>
          </a:prstGeom>
        </p:spPr>
      </p:pic>
      <p:sp>
        <p:nvSpPr>
          <p:cNvPr id="14" name="矩形 13">
            <a:extLst>
              <a:ext uri="{FF2B5EF4-FFF2-40B4-BE49-F238E27FC236}">
                <a16:creationId xmlns:a16="http://schemas.microsoft.com/office/drawing/2014/main" id="{163ACFE8-E50C-C547-8BF5-605E3872A30B}"/>
              </a:ext>
            </a:extLst>
          </p:cNvPr>
          <p:cNvSpPr/>
          <p:nvPr/>
        </p:nvSpPr>
        <p:spPr>
          <a:xfrm>
            <a:off x="160256" y="94268"/>
            <a:ext cx="2111604" cy="527900"/>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p>
        </p:txBody>
      </p:sp>
      <p:grpSp>
        <p:nvGrpSpPr>
          <p:cNvPr id="18" name="组合 17">
            <a:extLst>
              <a:ext uri="{FF2B5EF4-FFF2-40B4-BE49-F238E27FC236}">
                <a16:creationId xmlns:a16="http://schemas.microsoft.com/office/drawing/2014/main" id="{6E0FC186-0EF8-3C41-8B28-3860A515250C}"/>
              </a:ext>
            </a:extLst>
          </p:cNvPr>
          <p:cNvGrpSpPr/>
          <p:nvPr/>
        </p:nvGrpSpPr>
        <p:grpSpPr>
          <a:xfrm>
            <a:off x="4200939" y="1886343"/>
            <a:ext cx="7167787" cy="1922086"/>
            <a:chOff x="3612758" y="1820356"/>
            <a:chExt cx="5376712" cy="1400484"/>
          </a:xfrm>
        </p:grpSpPr>
        <p:pic>
          <p:nvPicPr>
            <p:cNvPr id="3" name="图片 2">
              <a:extLst>
                <a:ext uri="{FF2B5EF4-FFF2-40B4-BE49-F238E27FC236}">
                  <a16:creationId xmlns:a16="http://schemas.microsoft.com/office/drawing/2014/main" id="{7EBD2F1F-6583-3149-9629-10EFBF4BBE47}"/>
                </a:ext>
              </a:extLst>
            </p:cNvPr>
            <p:cNvPicPr>
              <a:picLocks noChangeAspect="1"/>
            </p:cNvPicPr>
            <p:nvPr/>
          </p:nvPicPr>
          <p:blipFill rotWithShape="1">
            <a:blip r:embed="rId5"/>
            <a:srcRect r="47151"/>
            <a:stretch/>
          </p:blipFill>
          <p:spPr>
            <a:xfrm>
              <a:off x="3612758" y="1820356"/>
              <a:ext cx="4522574" cy="1400484"/>
            </a:xfrm>
            <a:prstGeom prst="rect">
              <a:avLst/>
            </a:prstGeom>
          </p:spPr>
        </p:pic>
        <p:pic>
          <p:nvPicPr>
            <p:cNvPr id="4" name="图片 3">
              <a:extLst>
                <a:ext uri="{FF2B5EF4-FFF2-40B4-BE49-F238E27FC236}">
                  <a16:creationId xmlns:a16="http://schemas.microsoft.com/office/drawing/2014/main" id="{CE9F50E5-7F5A-3047-A2EE-C7772B84B5F7}"/>
                </a:ext>
              </a:extLst>
            </p:cNvPr>
            <p:cNvPicPr>
              <a:picLocks noChangeAspect="1"/>
            </p:cNvPicPr>
            <p:nvPr/>
          </p:nvPicPr>
          <p:blipFill rotWithShape="1">
            <a:blip r:embed="rId5"/>
            <a:srcRect l="90019"/>
            <a:stretch/>
          </p:blipFill>
          <p:spPr>
            <a:xfrm>
              <a:off x="8135332" y="1820356"/>
              <a:ext cx="854138" cy="1400484"/>
            </a:xfrm>
            <a:prstGeom prst="rect">
              <a:avLst/>
            </a:prstGeom>
          </p:spPr>
        </p:pic>
      </p:grpSp>
    </p:spTree>
    <p:extLst>
      <p:ext uri="{BB962C8B-B14F-4D97-AF65-F5344CB8AC3E}">
        <p14:creationId xmlns:p14="http://schemas.microsoft.com/office/powerpoint/2010/main" val="21760541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phase_3</a:t>
              </a:r>
              <a:endParaRPr kumimoji="1" lang="zh-CN" altLang="en-US" sz="2400" b="1" dirty="0">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37A24B4B-9B26-CA42-9EB0-A317FE93BB9D}"/>
              </a:ext>
            </a:extLst>
          </p:cNvPr>
          <p:cNvSpPr>
            <a:spLocks noGrp="1"/>
          </p:cNvSpPr>
          <p:nvPr>
            <p:ph type="sldNum" sz="quarter" idx="12"/>
          </p:nvPr>
        </p:nvSpPr>
        <p:spPr>
          <a:xfrm>
            <a:off x="9448798" y="6031204"/>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23</a:t>
            </a:fld>
            <a:endParaRPr kumimoji="1" lang="zh-CN" altLang="en-US" dirty="0">
              <a:latin typeface="Times New Roman" panose="02020603050405020304" pitchFamily="18" charset="0"/>
              <a:cs typeface="Times New Roman" panose="02020603050405020304" pitchFamily="18" charset="0"/>
            </a:endParaRPr>
          </a:p>
        </p:txBody>
      </p:sp>
      <p:pic>
        <p:nvPicPr>
          <p:cNvPr id="2" name="图片 1">
            <a:extLst>
              <a:ext uri="{FF2B5EF4-FFF2-40B4-BE49-F238E27FC236}">
                <a16:creationId xmlns:a16="http://schemas.microsoft.com/office/drawing/2014/main" id="{E2103486-9D73-4C4E-AC64-4ABED7E8A47B}"/>
              </a:ext>
            </a:extLst>
          </p:cNvPr>
          <p:cNvPicPr>
            <a:picLocks noChangeAspect="1"/>
          </p:cNvPicPr>
          <p:nvPr/>
        </p:nvPicPr>
        <p:blipFill>
          <a:blip r:embed="rId2"/>
          <a:stretch>
            <a:fillRect/>
          </a:stretch>
        </p:blipFill>
        <p:spPr>
          <a:xfrm>
            <a:off x="0" y="0"/>
            <a:ext cx="3414795" cy="2165979"/>
          </a:xfrm>
          <a:prstGeom prst="rect">
            <a:avLst/>
          </a:prstGeom>
        </p:spPr>
      </p:pic>
      <p:pic>
        <p:nvPicPr>
          <p:cNvPr id="16" name="图片 15">
            <a:extLst>
              <a:ext uri="{FF2B5EF4-FFF2-40B4-BE49-F238E27FC236}">
                <a16:creationId xmlns:a16="http://schemas.microsoft.com/office/drawing/2014/main" id="{C38BA00F-8535-5548-A9CF-377DDAF03A7A}"/>
              </a:ext>
            </a:extLst>
          </p:cNvPr>
          <p:cNvPicPr>
            <a:picLocks noChangeAspect="1"/>
          </p:cNvPicPr>
          <p:nvPr/>
        </p:nvPicPr>
        <p:blipFill>
          <a:blip r:embed="rId3"/>
          <a:stretch>
            <a:fillRect/>
          </a:stretch>
        </p:blipFill>
        <p:spPr>
          <a:xfrm>
            <a:off x="0" y="2165979"/>
            <a:ext cx="3414795" cy="2466916"/>
          </a:xfrm>
          <a:prstGeom prst="rect">
            <a:avLst/>
          </a:prstGeom>
        </p:spPr>
      </p:pic>
      <p:pic>
        <p:nvPicPr>
          <p:cNvPr id="17" name="图片 16">
            <a:extLst>
              <a:ext uri="{FF2B5EF4-FFF2-40B4-BE49-F238E27FC236}">
                <a16:creationId xmlns:a16="http://schemas.microsoft.com/office/drawing/2014/main" id="{6A59F2EA-F5F1-A34D-A1B4-7A228374455E}"/>
              </a:ext>
            </a:extLst>
          </p:cNvPr>
          <p:cNvPicPr>
            <a:picLocks noChangeAspect="1"/>
          </p:cNvPicPr>
          <p:nvPr/>
        </p:nvPicPr>
        <p:blipFill>
          <a:blip r:embed="rId4"/>
          <a:stretch>
            <a:fillRect/>
          </a:stretch>
        </p:blipFill>
        <p:spPr>
          <a:xfrm>
            <a:off x="0" y="4632895"/>
            <a:ext cx="3414795" cy="539824"/>
          </a:xfrm>
          <a:prstGeom prst="rect">
            <a:avLst/>
          </a:prstGeom>
        </p:spPr>
      </p:pic>
      <p:sp>
        <p:nvSpPr>
          <p:cNvPr id="14" name="矩形 13">
            <a:extLst>
              <a:ext uri="{FF2B5EF4-FFF2-40B4-BE49-F238E27FC236}">
                <a16:creationId xmlns:a16="http://schemas.microsoft.com/office/drawing/2014/main" id="{163ACFE8-E50C-C547-8BF5-605E3872A30B}"/>
              </a:ext>
            </a:extLst>
          </p:cNvPr>
          <p:cNvSpPr/>
          <p:nvPr/>
        </p:nvSpPr>
        <p:spPr>
          <a:xfrm>
            <a:off x="122549" y="612743"/>
            <a:ext cx="3223966" cy="1385740"/>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p>
        </p:txBody>
      </p:sp>
      <p:pic>
        <p:nvPicPr>
          <p:cNvPr id="19" name="图片 18">
            <a:extLst>
              <a:ext uri="{FF2B5EF4-FFF2-40B4-BE49-F238E27FC236}">
                <a16:creationId xmlns:a16="http://schemas.microsoft.com/office/drawing/2014/main" id="{01237158-ECEF-EA40-883A-65FF115FCA67}"/>
              </a:ext>
            </a:extLst>
          </p:cNvPr>
          <p:cNvPicPr>
            <a:picLocks noChangeAspect="1"/>
          </p:cNvPicPr>
          <p:nvPr/>
        </p:nvPicPr>
        <p:blipFill>
          <a:blip r:embed="rId5"/>
          <a:stretch>
            <a:fillRect/>
          </a:stretch>
        </p:blipFill>
        <p:spPr>
          <a:xfrm>
            <a:off x="3537343" y="1134439"/>
            <a:ext cx="8532107" cy="2771113"/>
          </a:xfrm>
          <a:prstGeom prst="rect">
            <a:avLst/>
          </a:prstGeom>
        </p:spPr>
      </p:pic>
      <p:sp>
        <p:nvSpPr>
          <p:cNvPr id="20" name="矩形 19">
            <a:extLst>
              <a:ext uri="{FF2B5EF4-FFF2-40B4-BE49-F238E27FC236}">
                <a16:creationId xmlns:a16="http://schemas.microsoft.com/office/drawing/2014/main" id="{607B287B-39A4-5A4B-B39F-AB32A29D6255}"/>
              </a:ext>
            </a:extLst>
          </p:cNvPr>
          <p:cNvSpPr/>
          <p:nvPr/>
        </p:nvSpPr>
        <p:spPr>
          <a:xfrm>
            <a:off x="5783394" y="2831690"/>
            <a:ext cx="1895599" cy="235976"/>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21" name="矩形 20">
            <a:extLst>
              <a:ext uri="{FF2B5EF4-FFF2-40B4-BE49-F238E27FC236}">
                <a16:creationId xmlns:a16="http://schemas.microsoft.com/office/drawing/2014/main" id="{3CADEF15-111E-BF4C-95C3-0FEFFFBD830E}"/>
              </a:ext>
            </a:extLst>
          </p:cNvPr>
          <p:cNvSpPr/>
          <p:nvPr/>
        </p:nvSpPr>
        <p:spPr>
          <a:xfrm>
            <a:off x="5783394" y="2505246"/>
            <a:ext cx="233948" cy="235976"/>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23" name="矩形 22">
            <a:extLst>
              <a:ext uri="{FF2B5EF4-FFF2-40B4-BE49-F238E27FC236}">
                <a16:creationId xmlns:a16="http://schemas.microsoft.com/office/drawing/2014/main" id="{14FB2183-1EA3-8941-BAFD-A77A920C1B7D}"/>
              </a:ext>
            </a:extLst>
          </p:cNvPr>
          <p:cNvSpPr/>
          <p:nvPr/>
        </p:nvSpPr>
        <p:spPr>
          <a:xfrm>
            <a:off x="5783395" y="3368621"/>
            <a:ext cx="1305664" cy="151327"/>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cxnSp>
        <p:nvCxnSpPr>
          <p:cNvPr id="24" name="直线箭头连接符 23">
            <a:extLst>
              <a:ext uri="{FF2B5EF4-FFF2-40B4-BE49-F238E27FC236}">
                <a16:creationId xmlns:a16="http://schemas.microsoft.com/office/drawing/2014/main" id="{A976A876-B4AD-A545-A692-FD1F21A0ADBE}"/>
              </a:ext>
            </a:extLst>
          </p:cNvPr>
          <p:cNvCxnSpPr>
            <a:cxnSpLocks/>
          </p:cNvCxnSpPr>
          <p:nvPr/>
        </p:nvCxnSpPr>
        <p:spPr>
          <a:xfrm>
            <a:off x="7089059" y="3519948"/>
            <a:ext cx="973393" cy="59208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24B469B7-B6FE-EA40-A207-279F9A9EC8BC}"/>
              </a:ext>
            </a:extLst>
          </p:cNvPr>
          <p:cNvSpPr txBox="1"/>
          <p:nvPr/>
        </p:nvSpPr>
        <p:spPr>
          <a:xfrm>
            <a:off x="6274218" y="4127001"/>
            <a:ext cx="5106085" cy="1141851"/>
          </a:xfrm>
          <a:prstGeom prst="rect">
            <a:avLst/>
          </a:prstGeom>
          <a:noFill/>
          <a:ln w="31750">
            <a:solidFill>
              <a:schemeClr val="accent1"/>
            </a:solidFill>
          </a:ln>
        </p:spPr>
        <p:txBody>
          <a:bodyPr wrap="square" rtlCol="0">
            <a:spAutoFit/>
          </a:bodyPr>
          <a:lstStyle/>
          <a:p>
            <a:pPr algn="ctr">
              <a:lnSpc>
                <a:spcPct val="150000"/>
              </a:lnSpc>
            </a:pPr>
            <a:r>
              <a:rPr kumimoji="1" lang="en-US" altLang="zh-CN" sz="2400" dirty="0">
                <a:latin typeface="Times New Roman" panose="02020603050405020304" pitchFamily="18" charset="0"/>
                <a:cs typeface="Times New Roman" panose="02020603050405020304" pitchFamily="18" charset="0"/>
              </a:rPr>
              <a:t>%</a:t>
            </a:r>
            <a:r>
              <a:rPr kumimoji="1" lang="en-US" altLang="zh-CN" sz="2400" dirty="0" err="1">
                <a:latin typeface="Times New Roman" panose="02020603050405020304" pitchFamily="18" charset="0"/>
                <a:cs typeface="Times New Roman" panose="02020603050405020304" pitchFamily="18" charset="0"/>
              </a:rPr>
              <a:t>rax</a:t>
            </a:r>
            <a:r>
              <a:rPr kumimoji="1" lang="en-US" altLang="zh-CN" sz="2400" dirty="0">
                <a:latin typeface="Times New Roman" panose="02020603050405020304" pitchFamily="18" charset="0"/>
                <a:cs typeface="Times New Roman" panose="02020603050405020304" pitchFamily="18" charset="0"/>
              </a:rPr>
              <a:t>=M[%rdx+4*%</a:t>
            </a:r>
            <a:r>
              <a:rPr kumimoji="1" lang="en-US" altLang="zh-CN" sz="2400" dirty="0" err="1">
                <a:latin typeface="Times New Roman" panose="02020603050405020304" pitchFamily="18" charset="0"/>
                <a:cs typeface="Times New Roman" panose="02020603050405020304" pitchFamily="18" charset="0"/>
              </a:rPr>
              <a:t>rax</a:t>
            </a:r>
            <a:r>
              <a:rPr kumimoji="1" lang="en-US" altLang="zh-CN" sz="2400" dirty="0">
                <a:latin typeface="Times New Roman" panose="02020603050405020304" pitchFamily="18" charset="0"/>
                <a:cs typeface="Times New Roman" panose="02020603050405020304" pitchFamily="18" charset="0"/>
              </a:rPr>
              <a:t>]+%</a:t>
            </a:r>
            <a:r>
              <a:rPr kumimoji="1" lang="en-US" altLang="zh-CN" sz="2400" dirty="0" err="1">
                <a:latin typeface="Times New Roman" panose="02020603050405020304" pitchFamily="18" charset="0"/>
                <a:cs typeface="Times New Roman" panose="02020603050405020304" pitchFamily="18" charset="0"/>
              </a:rPr>
              <a:t>rdx</a:t>
            </a:r>
            <a:endParaRPr kumimoji="1" lang="en-US" altLang="zh-CN" sz="2400" dirty="0">
              <a:latin typeface="Times New Roman" panose="02020603050405020304" pitchFamily="18" charset="0"/>
              <a:cs typeface="Times New Roman" panose="02020603050405020304" pitchFamily="18" charset="0"/>
            </a:endParaRPr>
          </a:p>
          <a:p>
            <a:pPr algn="ctr">
              <a:lnSpc>
                <a:spcPct val="150000"/>
              </a:lnSpc>
            </a:pPr>
            <a:r>
              <a:rPr kumimoji="1" lang="zh-CN" altLang="en-US" sz="2400" dirty="0">
                <a:latin typeface="Times New Roman" panose="02020603050405020304" pitchFamily="18" charset="0"/>
                <a:cs typeface="Times New Roman" panose="02020603050405020304" pitchFamily="18" charset="0"/>
              </a:rPr>
              <a:t>基地址</a:t>
            </a:r>
            <a:r>
              <a:rPr kumimoji="1" lang="en-US" altLang="zh-CN" sz="2400" dirty="0">
                <a:latin typeface="Times New Roman" panose="02020603050405020304" pitchFamily="18" charset="0"/>
                <a:cs typeface="Times New Roman" panose="02020603050405020304" pitchFamily="18" charset="0"/>
              </a:rPr>
              <a:t>+</a:t>
            </a:r>
            <a:r>
              <a:rPr kumimoji="1" lang="zh-CN" altLang="en-US" sz="2400" dirty="0">
                <a:latin typeface="Times New Roman" panose="02020603050405020304" pitchFamily="18" charset="0"/>
                <a:cs typeface="Times New Roman" panose="02020603050405020304" pitchFamily="18" charset="0"/>
              </a:rPr>
              <a:t>存放在内存数组中的偏移量</a:t>
            </a:r>
          </a:p>
        </p:txBody>
      </p:sp>
    </p:spTree>
    <p:extLst>
      <p:ext uri="{BB962C8B-B14F-4D97-AF65-F5344CB8AC3E}">
        <p14:creationId xmlns:p14="http://schemas.microsoft.com/office/powerpoint/2010/main" val="19544020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phase_3</a:t>
              </a:r>
              <a:endParaRPr kumimoji="1" lang="zh-CN" altLang="en-US" sz="2400" b="1" dirty="0">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37A24B4B-9B26-CA42-9EB0-A317FE93BB9D}"/>
              </a:ext>
            </a:extLst>
          </p:cNvPr>
          <p:cNvSpPr>
            <a:spLocks noGrp="1"/>
          </p:cNvSpPr>
          <p:nvPr>
            <p:ph type="sldNum" sz="quarter" idx="12"/>
          </p:nvPr>
        </p:nvSpPr>
        <p:spPr>
          <a:xfrm>
            <a:off x="9448798" y="6031204"/>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24</a:t>
            </a:fld>
            <a:endParaRPr kumimoji="1" lang="zh-CN" altLang="en-US" dirty="0">
              <a:latin typeface="Times New Roman" panose="02020603050405020304" pitchFamily="18" charset="0"/>
              <a:cs typeface="Times New Roman" panose="02020603050405020304" pitchFamily="18" charset="0"/>
            </a:endParaRPr>
          </a:p>
        </p:txBody>
      </p:sp>
      <p:pic>
        <p:nvPicPr>
          <p:cNvPr id="2" name="图片 1">
            <a:extLst>
              <a:ext uri="{FF2B5EF4-FFF2-40B4-BE49-F238E27FC236}">
                <a16:creationId xmlns:a16="http://schemas.microsoft.com/office/drawing/2014/main" id="{E2103486-9D73-4C4E-AC64-4ABED7E8A47B}"/>
              </a:ext>
            </a:extLst>
          </p:cNvPr>
          <p:cNvPicPr>
            <a:picLocks noChangeAspect="1"/>
          </p:cNvPicPr>
          <p:nvPr/>
        </p:nvPicPr>
        <p:blipFill>
          <a:blip r:embed="rId2"/>
          <a:stretch>
            <a:fillRect/>
          </a:stretch>
        </p:blipFill>
        <p:spPr>
          <a:xfrm>
            <a:off x="0" y="0"/>
            <a:ext cx="3414795" cy="2165979"/>
          </a:xfrm>
          <a:prstGeom prst="rect">
            <a:avLst/>
          </a:prstGeom>
        </p:spPr>
      </p:pic>
      <p:pic>
        <p:nvPicPr>
          <p:cNvPr id="16" name="图片 15">
            <a:extLst>
              <a:ext uri="{FF2B5EF4-FFF2-40B4-BE49-F238E27FC236}">
                <a16:creationId xmlns:a16="http://schemas.microsoft.com/office/drawing/2014/main" id="{C38BA00F-8535-5548-A9CF-377DDAF03A7A}"/>
              </a:ext>
            </a:extLst>
          </p:cNvPr>
          <p:cNvPicPr>
            <a:picLocks noChangeAspect="1"/>
          </p:cNvPicPr>
          <p:nvPr/>
        </p:nvPicPr>
        <p:blipFill>
          <a:blip r:embed="rId3"/>
          <a:stretch>
            <a:fillRect/>
          </a:stretch>
        </p:blipFill>
        <p:spPr>
          <a:xfrm>
            <a:off x="0" y="2165979"/>
            <a:ext cx="3414795" cy="2466916"/>
          </a:xfrm>
          <a:prstGeom prst="rect">
            <a:avLst/>
          </a:prstGeom>
        </p:spPr>
      </p:pic>
      <p:pic>
        <p:nvPicPr>
          <p:cNvPr id="17" name="图片 16">
            <a:extLst>
              <a:ext uri="{FF2B5EF4-FFF2-40B4-BE49-F238E27FC236}">
                <a16:creationId xmlns:a16="http://schemas.microsoft.com/office/drawing/2014/main" id="{6A59F2EA-F5F1-A34D-A1B4-7A228374455E}"/>
              </a:ext>
            </a:extLst>
          </p:cNvPr>
          <p:cNvPicPr>
            <a:picLocks noChangeAspect="1"/>
          </p:cNvPicPr>
          <p:nvPr/>
        </p:nvPicPr>
        <p:blipFill>
          <a:blip r:embed="rId4"/>
          <a:stretch>
            <a:fillRect/>
          </a:stretch>
        </p:blipFill>
        <p:spPr>
          <a:xfrm>
            <a:off x="0" y="4632895"/>
            <a:ext cx="3414795" cy="539824"/>
          </a:xfrm>
          <a:prstGeom prst="rect">
            <a:avLst/>
          </a:prstGeom>
        </p:spPr>
      </p:pic>
      <p:sp>
        <p:nvSpPr>
          <p:cNvPr id="14" name="矩形 13">
            <a:extLst>
              <a:ext uri="{FF2B5EF4-FFF2-40B4-BE49-F238E27FC236}">
                <a16:creationId xmlns:a16="http://schemas.microsoft.com/office/drawing/2014/main" id="{163ACFE8-E50C-C547-8BF5-605E3872A30B}"/>
              </a:ext>
            </a:extLst>
          </p:cNvPr>
          <p:cNvSpPr/>
          <p:nvPr/>
        </p:nvSpPr>
        <p:spPr>
          <a:xfrm>
            <a:off x="122550" y="2003855"/>
            <a:ext cx="3223966" cy="2629040"/>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p>
        </p:txBody>
      </p:sp>
      <p:pic>
        <p:nvPicPr>
          <p:cNvPr id="4" name="图片 3">
            <a:extLst>
              <a:ext uri="{FF2B5EF4-FFF2-40B4-BE49-F238E27FC236}">
                <a16:creationId xmlns:a16="http://schemas.microsoft.com/office/drawing/2014/main" id="{1C64A4A0-4605-BD47-A14C-73D60869C17F}"/>
              </a:ext>
            </a:extLst>
          </p:cNvPr>
          <p:cNvPicPr>
            <a:picLocks noChangeAspect="1"/>
          </p:cNvPicPr>
          <p:nvPr/>
        </p:nvPicPr>
        <p:blipFill>
          <a:blip r:embed="rId5"/>
          <a:stretch>
            <a:fillRect/>
          </a:stretch>
        </p:blipFill>
        <p:spPr>
          <a:xfrm>
            <a:off x="4086742" y="0"/>
            <a:ext cx="7844212" cy="6031198"/>
          </a:xfrm>
          <a:prstGeom prst="rect">
            <a:avLst/>
          </a:prstGeom>
        </p:spPr>
      </p:pic>
    </p:spTree>
    <p:extLst>
      <p:ext uri="{BB962C8B-B14F-4D97-AF65-F5344CB8AC3E}">
        <p14:creationId xmlns:p14="http://schemas.microsoft.com/office/powerpoint/2010/main" val="17937359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phase_3</a:t>
              </a:r>
              <a:endParaRPr kumimoji="1" lang="zh-CN" altLang="en-US" sz="2400" b="1" dirty="0">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37A24B4B-9B26-CA42-9EB0-A317FE93BB9D}"/>
              </a:ext>
            </a:extLst>
          </p:cNvPr>
          <p:cNvSpPr>
            <a:spLocks noGrp="1"/>
          </p:cNvSpPr>
          <p:nvPr>
            <p:ph type="sldNum" sz="quarter" idx="12"/>
          </p:nvPr>
        </p:nvSpPr>
        <p:spPr>
          <a:xfrm>
            <a:off x="9448798" y="6031204"/>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25</a:t>
            </a:fld>
            <a:endParaRPr kumimoji="1" lang="zh-CN" altLang="en-US" dirty="0">
              <a:latin typeface="Times New Roman" panose="02020603050405020304" pitchFamily="18" charset="0"/>
              <a:cs typeface="Times New Roman" panose="02020603050405020304" pitchFamily="18" charset="0"/>
            </a:endParaRPr>
          </a:p>
        </p:txBody>
      </p:sp>
      <p:pic>
        <p:nvPicPr>
          <p:cNvPr id="2" name="图片 1">
            <a:extLst>
              <a:ext uri="{FF2B5EF4-FFF2-40B4-BE49-F238E27FC236}">
                <a16:creationId xmlns:a16="http://schemas.microsoft.com/office/drawing/2014/main" id="{E2103486-9D73-4C4E-AC64-4ABED7E8A47B}"/>
              </a:ext>
            </a:extLst>
          </p:cNvPr>
          <p:cNvPicPr>
            <a:picLocks noChangeAspect="1"/>
          </p:cNvPicPr>
          <p:nvPr/>
        </p:nvPicPr>
        <p:blipFill>
          <a:blip r:embed="rId2"/>
          <a:stretch>
            <a:fillRect/>
          </a:stretch>
        </p:blipFill>
        <p:spPr>
          <a:xfrm>
            <a:off x="0" y="0"/>
            <a:ext cx="3414795" cy="2165979"/>
          </a:xfrm>
          <a:prstGeom prst="rect">
            <a:avLst/>
          </a:prstGeom>
        </p:spPr>
      </p:pic>
      <p:pic>
        <p:nvPicPr>
          <p:cNvPr id="16" name="图片 15">
            <a:extLst>
              <a:ext uri="{FF2B5EF4-FFF2-40B4-BE49-F238E27FC236}">
                <a16:creationId xmlns:a16="http://schemas.microsoft.com/office/drawing/2014/main" id="{C38BA00F-8535-5548-A9CF-377DDAF03A7A}"/>
              </a:ext>
            </a:extLst>
          </p:cNvPr>
          <p:cNvPicPr>
            <a:picLocks noChangeAspect="1"/>
          </p:cNvPicPr>
          <p:nvPr/>
        </p:nvPicPr>
        <p:blipFill>
          <a:blip r:embed="rId3"/>
          <a:stretch>
            <a:fillRect/>
          </a:stretch>
        </p:blipFill>
        <p:spPr>
          <a:xfrm>
            <a:off x="0" y="2165979"/>
            <a:ext cx="3414795" cy="2466916"/>
          </a:xfrm>
          <a:prstGeom prst="rect">
            <a:avLst/>
          </a:prstGeom>
        </p:spPr>
      </p:pic>
      <p:pic>
        <p:nvPicPr>
          <p:cNvPr id="17" name="图片 16">
            <a:extLst>
              <a:ext uri="{FF2B5EF4-FFF2-40B4-BE49-F238E27FC236}">
                <a16:creationId xmlns:a16="http://schemas.microsoft.com/office/drawing/2014/main" id="{6A59F2EA-F5F1-A34D-A1B4-7A228374455E}"/>
              </a:ext>
            </a:extLst>
          </p:cNvPr>
          <p:cNvPicPr>
            <a:picLocks noChangeAspect="1"/>
          </p:cNvPicPr>
          <p:nvPr/>
        </p:nvPicPr>
        <p:blipFill>
          <a:blip r:embed="rId4"/>
          <a:stretch>
            <a:fillRect/>
          </a:stretch>
        </p:blipFill>
        <p:spPr>
          <a:xfrm>
            <a:off x="0" y="4632895"/>
            <a:ext cx="3414795" cy="539824"/>
          </a:xfrm>
          <a:prstGeom prst="rect">
            <a:avLst/>
          </a:prstGeom>
        </p:spPr>
      </p:pic>
      <p:sp>
        <p:nvSpPr>
          <p:cNvPr id="14" name="矩形 13">
            <a:extLst>
              <a:ext uri="{FF2B5EF4-FFF2-40B4-BE49-F238E27FC236}">
                <a16:creationId xmlns:a16="http://schemas.microsoft.com/office/drawing/2014/main" id="{163ACFE8-E50C-C547-8BF5-605E3872A30B}"/>
              </a:ext>
            </a:extLst>
          </p:cNvPr>
          <p:cNvSpPr/>
          <p:nvPr/>
        </p:nvSpPr>
        <p:spPr>
          <a:xfrm>
            <a:off x="122550" y="2003855"/>
            <a:ext cx="3223966" cy="2629040"/>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p>
        </p:txBody>
      </p:sp>
      <p:graphicFrame>
        <p:nvGraphicFramePr>
          <p:cNvPr id="4" name="表格 14">
            <a:extLst>
              <a:ext uri="{FF2B5EF4-FFF2-40B4-BE49-F238E27FC236}">
                <a16:creationId xmlns:a16="http://schemas.microsoft.com/office/drawing/2014/main" id="{1091E5C4-F470-824A-A4D0-A90AA07CD224}"/>
              </a:ext>
            </a:extLst>
          </p:cNvPr>
          <p:cNvGraphicFramePr>
            <a:graphicFrameLocks noGrp="1"/>
          </p:cNvGraphicFramePr>
          <p:nvPr>
            <p:extLst>
              <p:ext uri="{D42A27DB-BD31-4B8C-83A1-F6EECF244321}">
                <p14:modId xmlns:p14="http://schemas.microsoft.com/office/powerpoint/2010/main" val="1552951811"/>
              </p:ext>
            </p:extLst>
          </p:nvPr>
        </p:nvGraphicFramePr>
        <p:xfrm>
          <a:off x="4539226" y="678425"/>
          <a:ext cx="7003846" cy="4346811"/>
        </p:xfrm>
        <a:graphic>
          <a:graphicData uri="http://schemas.openxmlformats.org/drawingml/2006/table">
            <a:tbl>
              <a:tblPr firstRow="1" bandRow="1">
                <a:tableStyleId>{5C22544A-7EE6-4342-B048-85BDC9FD1C3A}</a:tableStyleId>
              </a:tblPr>
              <a:tblGrid>
                <a:gridCol w="3501923">
                  <a:extLst>
                    <a:ext uri="{9D8B030D-6E8A-4147-A177-3AD203B41FA5}">
                      <a16:colId xmlns:a16="http://schemas.microsoft.com/office/drawing/2014/main" val="971276763"/>
                    </a:ext>
                  </a:extLst>
                </a:gridCol>
                <a:gridCol w="3501923">
                  <a:extLst>
                    <a:ext uri="{9D8B030D-6E8A-4147-A177-3AD203B41FA5}">
                      <a16:colId xmlns:a16="http://schemas.microsoft.com/office/drawing/2014/main" val="2025307650"/>
                    </a:ext>
                  </a:extLst>
                </a:gridCol>
              </a:tblGrid>
              <a:tr h="482979">
                <a:tc>
                  <a:txBody>
                    <a:bodyPr/>
                    <a:lstStyle/>
                    <a:p>
                      <a:pPr algn="ctr"/>
                      <a:r>
                        <a:rPr lang="zh-CN" altLang="en-US" dirty="0"/>
                        <a:t>输入的第一个数</a:t>
                      </a:r>
                    </a:p>
                  </a:txBody>
                  <a:tcPr/>
                </a:tc>
                <a:tc>
                  <a:txBody>
                    <a:bodyPr/>
                    <a:lstStyle/>
                    <a:p>
                      <a:pPr algn="ctr"/>
                      <a:r>
                        <a:rPr lang="zh-CN" altLang="en-US" dirty="0"/>
                        <a:t>输入的第二个数</a:t>
                      </a:r>
                    </a:p>
                  </a:txBody>
                  <a:tcPr/>
                </a:tc>
                <a:extLst>
                  <a:ext uri="{0D108BD9-81ED-4DB2-BD59-A6C34878D82A}">
                    <a16:rowId xmlns:a16="http://schemas.microsoft.com/office/drawing/2014/main" val="2395880289"/>
                  </a:ext>
                </a:extLst>
              </a:tr>
              <a:tr h="482979">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dirty="0">
                          <a:latin typeface="Times New Roman" panose="02020603050405020304" pitchFamily="18" charset="0"/>
                          <a:cs typeface="Times New Roman" panose="02020603050405020304" pitchFamily="18" charset="0"/>
                        </a:rPr>
                        <a:t>0x682</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0x2cf</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947</a:t>
                      </a:r>
                      <a:r>
                        <a:rPr lang="en-US" altLang="zh-CN" baseline="-25000" dirty="0">
                          <a:latin typeface="Times New Roman" panose="02020603050405020304" pitchFamily="18" charset="0"/>
                          <a:cs typeface="Times New Roman" panose="02020603050405020304" pitchFamily="18" charset="0"/>
                        </a:rPr>
                        <a:t>(10)</a:t>
                      </a:r>
                      <a:endParaRPr lang="zh-CN" altLang="en-US" baseline="-25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68605615"/>
                  </a:ext>
                </a:extLst>
              </a:tr>
              <a:tr h="482979">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CN" dirty="0">
                          <a:latin typeface="Times New Roman" panose="02020603050405020304" pitchFamily="18" charset="0"/>
                          <a:cs typeface="Times New Roman" panose="02020603050405020304" pitchFamily="18" charset="0"/>
                        </a:rPr>
                        <a:t>0x682 - 0xf2 = 1424</a:t>
                      </a:r>
                      <a:r>
                        <a:rPr lang="en-US" altLang="zh-CN" baseline="-25000" dirty="0">
                          <a:latin typeface="Times New Roman" panose="02020603050405020304" pitchFamily="18" charset="0"/>
                          <a:cs typeface="Times New Roman" panose="02020603050405020304" pitchFamily="18" charset="0"/>
                        </a:rPr>
                        <a:t>(10)</a:t>
                      </a:r>
                      <a:endParaRPr lang="zh-CN"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15195272"/>
                  </a:ext>
                </a:extLst>
              </a:tr>
              <a:tr h="482979">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CN" dirty="0">
                          <a:latin typeface="Times New Roman" panose="02020603050405020304" pitchFamily="18" charset="0"/>
                          <a:cs typeface="Times New Roman" panose="02020603050405020304" pitchFamily="18" charset="0"/>
                        </a:rPr>
                        <a:t>0x682 - 0x104 = 1406</a:t>
                      </a:r>
                      <a:r>
                        <a:rPr lang="en-US" altLang="zh-CN" baseline="-25000" dirty="0">
                          <a:latin typeface="Times New Roman" panose="02020603050405020304" pitchFamily="18" charset="0"/>
                          <a:cs typeface="Times New Roman" panose="02020603050405020304" pitchFamily="18" charset="0"/>
                        </a:rPr>
                        <a:t>(10)</a:t>
                      </a:r>
                      <a:endParaRPr lang="zh-CN"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28470766"/>
                  </a:ext>
                </a:extLst>
              </a:tr>
              <a:tr h="482979">
                <a:tc>
                  <a:txBody>
                    <a:bodyPr/>
                    <a:lstStyle/>
                    <a:p>
                      <a:pPr algn="ctr"/>
                      <a:r>
                        <a:rPr lang="en-US" altLang="zh-CN" dirty="0">
                          <a:latin typeface="Times New Roman" panose="02020603050405020304" pitchFamily="18" charset="0"/>
                          <a:cs typeface="Times New Roman" panose="02020603050405020304" pitchFamily="18" charset="0"/>
                        </a:rPr>
                        <a:t>3</a:t>
                      </a:r>
                      <a:endParaRPr lang="zh-CN"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CN" dirty="0">
                          <a:latin typeface="Times New Roman" panose="02020603050405020304" pitchFamily="18" charset="0"/>
                          <a:cs typeface="Times New Roman" panose="02020603050405020304" pitchFamily="18" charset="0"/>
                        </a:rPr>
                        <a:t>0x682 - 0x178 = 1290</a:t>
                      </a:r>
                      <a:r>
                        <a:rPr lang="en-US" altLang="zh-CN" baseline="-25000" dirty="0">
                          <a:latin typeface="Times New Roman" panose="02020603050405020304" pitchFamily="18" charset="0"/>
                          <a:cs typeface="Times New Roman" panose="02020603050405020304" pitchFamily="18" charset="0"/>
                        </a:rPr>
                        <a:t>(10)</a:t>
                      </a:r>
                      <a:endParaRPr lang="zh-CN" altLang="en-US" baseline="-25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56369211"/>
                  </a:ext>
                </a:extLst>
              </a:tr>
              <a:tr h="482979">
                <a:tc>
                  <a:txBody>
                    <a:bodyPr/>
                    <a:lstStyle/>
                    <a:p>
                      <a:pPr algn="ctr"/>
                      <a:r>
                        <a:rPr lang="en-US" altLang="zh-CN" dirty="0">
                          <a:latin typeface="Times New Roman" panose="02020603050405020304" pitchFamily="18" charset="0"/>
                          <a:cs typeface="Times New Roman" panose="02020603050405020304" pitchFamily="18" charset="0"/>
                        </a:rPr>
                        <a:t>4</a:t>
                      </a:r>
                      <a:endParaRPr lang="zh-CN"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CN" dirty="0">
                          <a:latin typeface="Times New Roman" panose="02020603050405020304" pitchFamily="18" charset="0"/>
                          <a:cs typeface="Times New Roman" panose="02020603050405020304" pitchFamily="18" charset="0"/>
                        </a:rPr>
                        <a:t>0x682 - 0x19b = 1255</a:t>
                      </a:r>
                      <a:r>
                        <a:rPr lang="en-US" altLang="zh-CN" baseline="-25000" dirty="0">
                          <a:latin typeface="Times New Roman" panose="02020603050405020304" pitchFamily="18" charset="0"/>
                          <a:cs typeface="Times New Roman" panose="02020603050405020304" pitchFamily="18" charset="0"/>
                        </a:rPr>
                        <a:t>(10)</a:t>
                      </a:r>
                      <a:endParaRPr lang="zh-CN" altLang="en-US" baseline="-25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7431122"/>
                  </a:ext>
                </a:extLst>
              </a:tr>
              <a:tr h="482979">
                <a:tc>
                  <a:txBody>
                    <a:bodyPr/>
                    <a:lstStyle/>
                    <a:p>
                      <a:pPr algn="ctr"/>
                      <a:r>
                        <a:rPr lang="en-US" altLang="zh-CN" dirty="0">
                          <a:latin typeface="Times New Roman" panose="02020603050405020304" pitchFamily="18" charset="0"/>
                          <a:cs typeface="Times New Roman" panose="02020603050405020304" pitchFamily="18" charset="0"/>
                        </a:rPr>
                        <a:t>5</a:t>
                      </a:r>
                      <a:endParaRPr lang="zh-CN"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CN" dirty="0">
                          <a:latin typeface="Times New Roman" panose="02020603050405020304" pitchFamily="18" charset="0"/>
                          <a:cs typeface="Times New Roman" panose="02020603050405020304" pitchFamily="18" charset="0"/>
                        </a:rPr>
                        <a:t>0x682 - 0x1ad = 1237</a:t>
                      </a:r>
                      <a:r>
                        <a:rPr lang="en-US" altLang="zh-CN" baseline="-25000" dirty="0">
                          <a:latin typeface="Times New Roman" panose="02020603050405020304" pitchFamily="18" charset="0"/>
                          <a:cs typeface="Times New Roman" panose="02020603050405020304" pitchFamily="18" charset="0"/>
                        </a:rPr>
                        <a:t>(10)</a:t>
                      </a:r>
                      <a:endParaRPr lang="zh-CN" altLang="en-US" baseline="-25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67266689"/>
                  </a:ext>
                </a:extLst>
              </a:tr>
              <a:tr h="482979">
                <a:tc>
                  <a:txBody>
                    <a:bodyPr/>
                    <a:lstStyle/>
                    <a:p>
                      <a:pPr algn="ctr"/>
                      <a:r>
                        <a:rPr lang="en-US" altLang="zh-CN" dirty="0">
                          <a:latin typeface="Times New Roman" panose="02020603050405020304" pitchFamily="18" charset="0"/>
                          <a:cs typeface="Times New Roman" panose="02020603050405020304" pitchFamily="18" charset="0"/>
                        </a:rPr>
                        <a:t>6</a:t>
                      </a:r>
                      <a:endParaRPr lang="zh-CN"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CN" dirty="0">
                          <a:latin typeface="Times New Roman" panose="02020603050405020304" pitchFamily="18" charset="0"/>
                          <a:cs typeface="Times New Roman" panose="02020603050405020304" pitchFamily="18" charset="0"/>
                        </a:rPr>
                        <a:t>0x682 - 0x341 = 833</a:t>
                      </a:r>
                      <a:r>
                        <a:rPr lang="en-US" altLang="zh-CN" baseline="-25000" dirty="0">
                          <a:latin typeface="Times New Roman" panose="02020603050405020304" pitchFamily="18" charset="0"/>
                          <a:cs typeface="Times New Roman" panose="02020603050405020304" pitchFamily="18" charset="0"/>
                        </a:rPr>
                        <a:t>(10)</a:t>
                      </a:r>
                      <a:endParaRPr lang="zh-CN" altLang="en-US" baseline="-25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39297981"/>
                  </a:ext>
                </a:extLst>
              </a:tr>
              <a:tr h="482979">
                <a:tc>
                  <a:txBody>
                    <a:bodyPr/>
                    <a:lstStyle/>
                    <a:p>
                      <a:pPr algn="ctr"/>
                      <a:r>
                        <a:rPr lang="en-US" altLang="zh-CN" dirty="0">
                          <a:latin typeface="Times New Roman" panose="02020603050405020304" pitchFamily="18" charset="0"/>
                          <a:cs typeface="Times New Roman" panose="02020603050405020304" pitchFamily="18" charset="0"/>
                        </a:rPr>
                        <a:t>7</a:t>
                      </a:r>
                      <a:endParaRPr lang="zh-CN"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CN" dirty="0">
                          <a:latin typeface="Times New Roman" panose="02020603050405020304" pitchFamily="18" charset="0"/>
                          <a:cs typeface="Times New Roman" panose="02020603050405020304" pitchFamily="18" charset="0"/>
                        </a:rPr>
                        <a:t>0x682 - 0xce = 1460</a:t>
                      </a:r>
                      <a:r>
                        <a:rPr lang="en-US" altLang="zh-CN" baseline="-25000" dirty="0">
                          <a:latin typeface="Times New Roman" panose="02020603050405020304" pitchFamily="18" charset="0"/>
                          <a:cs typeface="Times New Roman" panose="02020603050405020304" pitchFamily="18" charset="0"/>
                        </a:rPr>
                        <a:t>(10)</a:t>
                      </a:r>
                      <a:endParaRPr lang="zh-CN" altLang="en-US" baseline="-25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83740971"/>
                  </a:ext>
                </a:extLst>
              </a:tr>
            </a:tbl>
          </a:graphicData>
        </a:graphic>
      </p:graphicFrame>
    </p:spTree>
    <p:extLst>
      <p:ext uri="{BB962C8B-B14F-4D97-AF65-F5344CB8AC3E}">
        <p14:creationId xmlns:p14="http://schemas.microsoft.com/office/powerpoint/2010/main" val="7830842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phase_3</a:t>
              </a:r>
              <a:endParaRPr kumimoji="1" lang="zh-CN" altLang="en-US" sz="2400" b="1" dirty="0">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37A24B4B-9B26-CA42-9EB0-A317FE93BB9D}"/>
              </a:ext>
            </a:extLst>
          </p:cNvPr>
          <p:cNvSpPr>
            <a:spLocks noGrp="1"/>
          </p:cNvSpPr>
          <p:nvPr>
            <p:ph type="sldNum" sz="quarter" idx="12"/>
          </p:nvPr>
        </p:nvSpPr>
        <p:spPr>
          <a:xfrm>
            <a:off x="9448798" y="6031204"/>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26</a:t>
            </a:fld>
            <a:endParaRPr kumimoji="1" lang="zh-CN" altLang="en-US" dirty="0">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23E2E359-8E76-6442-A601-D12DCCBC406E}"/>
              </a:ext>
            </a:extLst>
          </p:cNvPr>
          <p:cNvSpPr txBox="1"/>
          <p:nvPr/>
        </p:nvSpPr>
        <p:spPr>
          <a:xfrm>
            <a:off x="496957" y="536713"/>
            <a:ext cx="2646878" cy="584775"/>
          </a:xfrm>
          <a:prstGeom prst="rect">
            <a:avLst/>
          </a:prstGeom>
          <a:noFill/>
        </p:spPr>
        <p:txBody>
          <a:bodyPr wrap="none" rtlCol="0">
            <a:spAutoFit/>
          </a:bodyPr>
          <a:lstStyle/>
          <a:p>
            <a:r>
              <a:rPr kumimoji="1" lang="zh-CN" altLang="en-US" sz="3200" dirty="0">
                <a:latin typeface="Times New Roman" panose="02020603050405020304" pitchFamily="18" charset="0"/>
                <a:cs typeface="Times New Roman" panose="02020603050405020304" pitchFamily="18" charset="0"/>
              </a:rPr>
              <a:t>跳转表的存储</a:t>
            </a:r>
          </a:p>
        </p:txBody>
      </p:sp>
      <p:pic>
        <p:nvPicPr>
          <p:cNvPr id="18" name="图片 17">
            <a:extLst>
              <a:ext uri="{FF2B5EF4-FFF2-40B4-BE49-F238E27FC236}">
                <a16:creationId xmlns:a16="http://schemas.microsoft.com/office/drawing/2014/main" id="{DA9C3D91-6E3F-6C4C-8F3D-3FC602CB2D52}"/>
              </a:ext>
            </a:extLst>
          </p:cNvPr>
          <p:cNvPicPr>
            <a:picLocks noChangeAspect="1"/>
          </p:cNvPicPr>
          <p:nvPr/>
        </p:nvPicPr>
        <p:blipFill>
          <a:blip r:embed="rId2"/>
          <a:stretch>
            <a:fillRect/>
          </a:stretch>
        </p:blipFill>
        <p:spPr>
          <a:xfrm>
            <a:off x="557833" y="1219463"/>
            <a:ext cx="4421671" cy="2077653"/>
          </a:xfrm>
          <a:prstGeom prst="rect">
            <a:avLst/>
          </a:prstGeom>
        </p:spPr>
      </p:pic>
      <p:sp>
        <p:nvSpPr>
          <p:cNvPr id="19" name="矩形 18">
            <a:extLst>
              <a:ext uri="{FF2B5EF4-FFF2-40B4-BE49-F238E27FC236}">
                <a16:creationId xmlns:a16="http://schemas.microsoft.com/office/drawing/2014/main" id="{8A17BBE5-3768-D246-BA5E-BA4F72F2F6D1}"/>
              </a:ext>
            </a:extLst>
          </p:cNvPr>
          <p:cNvSpPr/>
          <p:nvPr/>
        </p:nvSpPr>
        <p:spPr>
          <a:xfrm>
            <a:off x="2375452" y="1292087"/>
            <a:ext cx="894522" cy="248478"/>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cxnSp>
        <p:nvCxnSpPr>
          <p:cNvPr id="20" name="直线箭头连接符 19">
            <a:extLst>
              <a:ext uri="{FF2B5EF4-FFF2-40B4-BE49-F238E27FC236}">
                <a16:creationId xmlns:a16="http://schemas.microsoft.com/office/drawing/2014/main" id="{3A284AB1-C00B-794B-A8AF-4DDF8C405622}"/>
              </a:ext>
            </a:extLst>
          </p:cNvPr>
          <p:cNvCxnSpPr>
            <a:cxnSpLocks/>
          </p:cNvCxnSpPr>
          <p:nvPr/>
        </p:nvCxnSpPr>
        <p:spPr>
          <a:xfrm>
            <a:off x="3269974" y="1416326"/>
            <a:ext cx="2290968"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1F4452FF-3F56-A348-AFD9-D1D8848CE80D}"/>
              </a:ext>
            </a:extLst>
          </p:cNvPr>
          <p:cNvSpPr txBox="1"/>
          <p:nvPr/>
        </p:nvSpPr>
        <p:spPr>
          <a:xfrm>
            <a:off x="557833" y="3878267"/>
            <a:ext cx="4388712" cy="879408"/>
          </a:xfrm>
          <a:prstGeom prst="rect">
            <a:avLst/>
          </a:prstGeom>
          <a:noFill/>
          <a:ln w="31750">
            <a:solidFill>
              <a:schemeClr val="accent1"/>
            </a:solidFill>
          </a:ln>
        </p:spPr>
        <p:txBody>
          <a:bodyPr wrap="square" rtlCol="0">
            <a:spAutoFit/>
          </a:bodyPr>
          <a:lstStyle/>
          <a:p>
            <a:pPr algn="ctr">
              <a:lnSpc>
                <a:spcPct val="150000"/>
              </a:lnSpc>
            </a:pPr>
            <a:r>
              <a:rPr kumimoji="1" lang="en-US" altLang="zh-CN" dirty="0">
                <a:latin typeface="Times New Roman" panose="02020603050405020304" pitchFamily="18" charset="0"/>
                <a:cs typeface="Times New Roman" panose="02020603050405020304" pitchFamily="18" charset="0"/>
              </a:rPr>
              <a:t>%</a:t>
            </a:r>
            <a:r>
              <a:rPr kumimoji="1" lang="en-US" altLang="zh-CN" dirty="0" err="1">
                <a:latin typeface="Times New Roman" panose="02020603050405020304" pitchFamily="18" charset="0"/>
                <a:cs typeface="Times New Roman" panose="02020603050405020304" pitchFamily="18" charset="0"/>
              </a:rPr>
              <a:t>rax</a:t>
            </a:r>
            <a:r>
              <a:rPr kumimoji="1" lang="en-US" altLang="zh-CN" dirty="0">
                <a:latin typeface="Times New Roman" panose="02020603050405020304" pitchFamily="18" charset="0"/>
                <a:cs typeface="Times New Roman" panose="02020603050405020304" pitchFamily="18" charset="0"/>
              </a:rPr>
              <a:t>=M[%rdx+4*%</a:t>
            </a:r>
            <a:r>
              <a:rPr kumimoji="1" lang="en-US" altLang="zh-CN" dirty="0" err="1">
                <a:latin typeface="Times New Roman" panose="02020603050405020304" pitchFamily="18" charset="0"/>
                <a:cs typeface="Times New Roman" panose="02020603050405020304" pitchFamily="18" charset="0"/>
              </a:rPr>
              <a:t>rax</a:t>
            </a:r>
            <a:r>
              <a:rPr kumimoji="1" lang="en-US" altLang="zh-CN" dirty="0">
                <a:latin typeface="Times New Roman" panose="02020603050405020304" pitchFamily="18" charset="0"/>
                <a:cs typeface="Times New Roman" panose="02020603050405020304" pitchFamily="18" charset="0"/>
              </a:rPr>
              <a:t>]+%</a:t>
            </a:r>
            <a:r>
              <a:rPr kumimoji="1" lang="en-US" altLang="zh-CN" dirty="0" err="1">
                <a:latin typeface="Times New Roman" panose="02020603050405020304" pitchFamily="18" charset="0"/>
                <a:cs typeface="Times New Roman" panose="02020603050405020304" pitchFamily="18" charset="0"/>
              </a:rPr>
              <a:t>rdx</a:t>
            </a:r>
            <a:endParaRPr kumimoji="1" lang="en-US" altLang="zh-CN" dirty="0">
              <a:latin typeface="Times New Roman" panose="02020603050405020304" pitchFamily="18" charset="0"/>
              <a:cs typeface="Times New Roman" panose="02020603050405020304" pitchFamily="18" charset="0"/>
            </a:endParaRPr>
          </a:p>
          <a:p>
            <a:pPr algn="ctr">
              <a:lnSpc>
                <a:spcPct val="150000"/>
              </a:lnSpc>
            </a:pPr>
            <a:r>
              <a:rPr kumimoji="1" lang="zh-CN" altLang="en-US" dirty="0">
                <a:latin typeface="Times New Roman" panose="02020603050405020304" pitchFamily="18" charset="0"/>
                <a:cs typeface="Times New Roman" panose="02020603050405020304" pitchFamily="18" charset="0"/>
              </a:rPr>
              <a:t>基地址</a:t>
            </a:r>
            <a:r>
              <a:rPr kumimoji="1" lang="en-US" altLang="zh-CN" dirty="0">
                <a:latin typeface="Times New Roman" panose="02020603050405020304" pitchFamily="18" charset="0"/>
                <a:cs typeface="Times New Roman" panose="02020603050405020304" pitchFamily="18" charset="0"/>
              </a:rPr>
              <a:t>+</a:t>
            </a:r>
            <a:r>
              <a:rPr kumimoji="1" lang="zh-CN" altLang="en-US" dirty="0">
                <a:latin typeface="Times New Roman" panose="02020603050405020304" pitchFamily="18" charset="0"/>
                <a:cs typeface="Times New Roman" panose="02020603050405020304" pitchFamily="18" charset="0"/>
              </a:rPr>
              <a:t>存放在内存数组中的偏移量</a:t>
            </a:r>
          </a:p>
        </p:txBody>
      </p:sp>
      <p:sp>
        <p:nvSpPr>
          <p:cNvPr id="24" name="矩形 23">
            <a:extLst>
              <a:ext uri="{FF2B5EF4-FFF2-40B4-BE49-F238E27FC236}">
                <a16:creationId xmlns:a16="http://schemas.microsoft.com/office/drawing/2014/main" id="{DE40EA39-8F44-0A40-8FE6-EC91C3BBD448}"/>
              </a:ext>
            </a:extLst>
          </p:cNvPr>
          <p:cNvSpPr/>
          <p:nvPr/>
        </p:nvSpPr>
        <p:spPr>
          <a:xfrm>
            <a:off x="5560942" y="524822"/>
            <a:ext cx="1843710" cy="3211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&amp;.L3</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5" name="矩形 24">
            <a:extLst>
              <a:ext uri="{FF2B5EF4-FFF2-40B4-BE49-F238E27FC236}">
                <a16:creationId xmlns:a16="http://schemas.microsoft.com/office/drawing/2014/main" id="{CB2C69B4-2C27-E041-9964-02F93C48D09C}"/>
              </a:ext>
            </a:extLst>
          </p:cNvPr>
          <p:cNvSpPr/>
          <p:nvPr/>
        </p:nvSpPr>
        <p:spPr>
          <a:xfrm>
            <a:off x="5560942" y="845928"/>
            <a:ext cx="1843710" cy="3211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&amp;.L8</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6" name="矩形 25">
            <a:extLst>
              <a:ext uri="{FF2B5EF4-FFF2-40B4-BE49-F238E27FC236}">
                <a16:creationId xmlns:a16="http://schemas.microsoft.com/office/drawing/2014/main" id="{BB0FE401-A4F2-564F-864A-B71F91F09F54}"/>
              </a:ext>
            </a:extLst>
          </p:cNvPr>
          <p:cNvSpPr/>
          <p:nvPr/>
        </p:nvSpPr>
        <p:spPr>
          <a:xfrm>
            <a:off x="5554799" y="1167034"/>
            <a:ext cx="1843710" cy="3211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&amp;.L5</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7" name="矩形 26">
            <a:extLst>
              <a:ext uri="{FF2B5EF4-FFF2-40B4-BE49-F238E27FC236}">
                <a16:creationId xmlns:a16="http://schemas.microsoft.com/office/drawing/2014/main" id="{766C441B-5C82-E446-AF1F-0A5896387492}"/>
              </a:ext>
            </a:extLst>
          </p:cNvPr>
          <p:cNvSpPr/>
          <p:nvPr/>
        </p:nvSpPr>
        <p:spPr>
          <a:xfrm>
            <a:off x="5554799" y="1488140"/>
            <a:ext cx="1843710" cy="3211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&amp;.L6</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2" name="矩形 31">
            <a:extLst>
              <a:ext uri="{FF2B5EF4-FFF2-40B4-BE49-F238E27FC236}">
                <a16:creationId xmlns:a16="http://schemas.microsoft.com/office/drawing/2014/main" id="{76D7DDF8-21E8-D643-93A6-372320EE7FE1}"/>
              </a:ext>
            </a:extLst>
          </p:cNvPr>
          <p:cNvSpPr/>
          <p:nvPr/>
        </p:nvSpPr>
        <p:spPr>
          <a:xfrm>
            <a:off x="5554326" y="1809246"/>
            <a:ext cx="1843710" cy="3211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&amp;.L7</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3" name="矩形 32">
            <a:extLst>
              <a:ext uri="{FF2B5EF4-FFF2-40B4-BE49-F238E27FC236}">
                <a16:creationId xmlns:a16="http://schemas.microsoft.com/office/drawing/2014/main" id="{E433294B-B843-3246-B2D9-DF3A3D7FF762}"/>
              </a:ext>
            </a:extLst>
          </p:cNvPr>
          <p:cNvSpPr/>
          <p:nvPr/>
        </p:nvSpPr>
        <p:spPr>
          <a:xfrm>
            <a:off x="5553853" y="2129625"/>
            <a:ext cx="1843710" cy="3211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&amp;.L8</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4" name="矩形 33">
            <a:extLst>
              <a:ext uri="{FF2B5EF4-FFF2-40B4-BE49-F238E27FC236}">
                <a16:creationId xmlns:a16="http://schemas.microsoft.com/office/drawing/2014/main" id="{7B446EC8-07FE-714D-8EC5-EABFF72241AA}"/>
              </a:ext>
            </a:extLst>
          </p:cNvPr>
          <p:cNvSpPr/>
          <p:nvPr/>
        </p:nvSpPr>
        <p:spPr>
          <a:xfrm>
            <a:off x="5554326" y="2450004"/>
            <a:ext cx="1843710" cy="3211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&amp;.L7</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7" name="右大括号 36">
            <a:extLst>
              <a:ext uri="{FF2B5EF4-FFF2-40B4-BE49-F238E27FC236}">
                <a16:creationId xmlns:a16="http://schemas.microsoft.com/office/drawing/2014/main" id="{41D439C6-1EB2-7549-B461-A2E2F5FC1486}"/>
              </a:ext>
            </a:extLst>
          </p:cNvPr>
          <p:cNvSpPr/>
          <p:nvPr/>
        </p:nvSpPr>
        <p:spPr>
          <a:xfrm>
            <a:off x="7543800" y="524822"/>
            <a:ext cx="268357" cy="2246288"/>
          </a:xfrm>
          <a:prstGeom prst="rightBrace">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38" name="文本框 37">
            <a:extLst>
              <a:ext uri="{FF2B5EF4-FFF2-40B4-BE49-F238E27FC236}">
                <a16:creationId xmlns:a16="http://schemas.microsoft.com/office/drawing/2014/main" id="{D5EE06E2-C40C-F648-9DA8-23A46F182EAE}"/>
              </a:ext>
            </a:extLst>
          </p:cNvPr>
          <p:cNvSpPr txBox="1"/>
          <p:nvPr/>
        </p:nvSpPr>
        <p:spPr>
          <a:xfrm>
            <a:off x="7951305" y="1439914"/>
            <a:ext cx="1436612"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8</a:t>
            </a:r>
            <a:r>
              <a:rPr kumimoji="1" lang="zh-CN" altLang="en-US" dirty="0">
                <a:latin typeface="Times New Roman" panose="02020603050405020304" pitchFamily="18" charset="0"/>
                <a:cs typeface="Times New Roman" panose="02020603050405020304" pitchFamily="18" charset="0"/>
              </a:rPr>
              <a:t>*</a:t>
            </a:r>
            <a:r>
              <a:rPr kumimoji="1" lang="en-US" altLang="zh-CN" dirty="0">
                <a:latin typeface="Times New Roman" panose="02020603050405020304" pitchFamily="18" charset="0"/>
                <a:cs typeface="Times New Roman" panose="02020603050405020304" pitchFamily="18" charset="0"/>
              </a:rPr>
              <a:t>7=56</a:t>
            </a:r>
            <a:r>
              <a:rPr kumimoji="1" lang="zh-CN" altLang="en-US" dirty="0">
                <a:latin typeface="Times New Roman" panose="02020603050405020304" pitchFamily="18" charset="0"/>
                <a:cs typeface="Times New Roman" panose="02020603050405020304" pitchFamily="18" charset="0"/>
              </a:rPr>
              <a:t> </a:t>
            </a:r>
            <a:r>
              <a:rPr kumimoji="1" lang="en-US" altLang="zh-CN" dirty="0">
                <a:latin typeface="Times New Roman" panose="02020603050405020304" pitchFamily="18" charset="0"/>
                <a:cs typeface="Times New Roman" panose="02020603050405020304" pitchFamily="18" charset="0"/>
              </a:rPr>
              <a:t>bytes</a:t>
            </a:r>
            <a:endParaRPr kumimoji="1" lang="zh-CN" altLang="en-US" dirty="0">
              <a:latin typeface="Times New Roman" panose="02020603050405020304" pitchFamily="18" charset="0"/>
              <a:cs typeface="Times New Roman" panose="02020603050405020304" pitchFamily="18" charset="0"/>
            </a:endParaRPr>
          </a:p>
        </p:txBody>
      </p:sp>
      <p:sp>
        <p:nvSpPr>
          <p:cNvPr id="39" name="矩形 38">
            <a:extLst>
              <a:ext uri="{FF2B5EF4-FFF2-40B4-BE49-F238E27FC236}">
                <a16:creationId xmlns:a16="http://schemas.microsoft.com/office/drawing/2014/main" id="{65A154E0-DBFD-014F-A965-6F1EC4C3E01A}"/>
              </a:ext>
            </a:extLst>
          </p:cNvPr>
          <p:cNvSpPr/>
          <p:nvPr/>
        </p:nvSpPr>
        <p:spPr>
          <a:xfrm>
            <a:off x="5553853" y="3717714"/>
            <a:ext cx="916521" cy="3211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40" name="矩形 39">
            <a:extLst>
              <a:ext uri="{FF2B5EF4-FFF2-40B4-BE49-F238E27FC236}">
                <a16:creationId xmlns:a16="http://schemas.microsoft.com/office/drawing/2014/main" id="{DC8B7947-3275-FC4C-9198-9B2296681DA3}"/>
              </a:ext>
            </a:extLst>
          </p:cNvPr>
          <p:cNvSpPr/>
          <p:nvPr/>
        </p:nvSpPr>
        <p:spPr>
          <a:xfrm>
            <a:off x="6482797" y="3717714"/>
            <a:ext cx="921855" cy="3211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41" name="矩形 40">
            <a:extLst>
              <a:ext uri="{FF2B5EF4-FFF2-40B4-BE49-F238E27FC236}">
                <a16:creationId xmlns:a16="http://schemas.microsoft.com/office/drawing/2014/main" id="{75D397C8-5396-A043-8DF4-1FD08BA5BEF7}"/>
              </a:ext>
            </a:extLst>
          </p:cNvPr>
          <p:cNvSpPr/>
          <p:nvPr/>
        </p:nvSpPr>
        <p:spPr>
          <a:xfrm>
            <a:off x="5553853" y="4038820"/>
            <a:ext cx="916521" cy="3211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42" name="矩形 41">
            <a:extLst>
              <a:ext uri="{FF2B5EF4-FFF2-40B4-BE49-F238E27FC236}">
                <a16:creationId xmlns:a16="http://schemas.microsoft.com/office/drawing/2014/main" id="{BC1DAE37-B1ED-A243-A893-DBF6F3D3BF45}"/>
              </a:ext>
            </a:extLst>
          </p:cNvPr>
          <p:cNvSpPr/>
          <p:nvPr/>
        </p:nvSpPr>
        <p:spPr>
          <a:xfrm>
            <a:off x="6482797" y="4038820"/>
            <a:ext cx="921855" cy="3211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43" name="矩形 42">
            <a:extLst>
              <a:ext uri="{FF2B5EF4-FFF2-40B4-BE49-F238E27FC236}">
                <a16:creationId xmlns:a16="http://schemas.microsoft.com/office/drawing/2014/main" id="{B0C8DF30-4EA9-4149-9BC3-6C080BAD4C8E}"/>
              </a:ext>
            </a:extLst>
          </p:cNvPr>
          <p:cNvSpPr/>
          <p:nvPr/>
        </p:nvSpPr>
        <p:spPr>
          <a:xfrm>
            <a:off x="5553853" y="4358472"/>
            <a:ext cx="916521" cy="3211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44" name="矩形 43">
            <a:extLst>
              <a:ext uri="{FF2B5EF4-FFF2-40B4-BE49-F238E27FC236}">
                <a16:creationId xmlns:a16="http://schemas.microsoft.com/office/drawing/2014/main" id="{CF68D192-0308-3240-92CA-9E9D56465EBA}"/>
              </a:ext>
            </a:extLst>
          </p:cNvPr>
          <p:cNvSpPr/>
          <p:nvPr/>
        </p:nvSpPr>
        <p:spPr>
          <a:xfrm>
            <a:off x="6482797" y="4358472"/>
            <a:ext cx="921855" cy="3211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45" name="矩形 44">
            <a:extLst>
              <a:ext uri="{FF2B5EF4-FFF2-40B4-BE49-F238E27FC236}">
                <a16:creationId xmlns:a16="http://schemas.microsoft.com/office/drawing/2014/main" id="{071D469D-22A8-604D-A5DD-A19235B129EC}"/>
              </a:ext>
            </a:extLst>
          </p:cNvPr>
          <p:cNvSpPr/>
          <p:nvPr/>
        </p:nvSpPr>
        <p:spPr>
          <a:xfrm>
            <a:off x="5553853" y="4679578"/>
            <a:ext cx="916521" cy="3211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47" name="右大括号 46">
            <a:extLst>
              <a:ext uri="{FF2B5EF4-FFF2-40B4-BE49-F238E27FC236}">
                <a16:creationId xmlns:a16="http://schemas.microsoft.com/office/drawing/2014/main" id="{EC0E66C9-6FA2-2545-9E17-11E530059B00}"/>
              </a:ext>
            </a:extLst>
          </p:cNvPr>
          <p:cNvSpPr/>
          <p:nvPr/>
        </p:nvSpPr>
        <p:spPr>
          <a:xfrm>
            <a:off x="7543800" y="3717714"/>
            <a:ext cx="268357" cy="1282970"/>
          </a:xfrm>
          <a:prstGeom prst="rightBrace">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kumimoji="1" lang="zh-CN" altLang="en-US" dirty="0">
              <a:latin typeface="Times New Roman" panose="02020603050405020304" pitchFamily="18" charset="0"/>
              <a:cs typeface="Times New Roman" panose="02020603050405020304" pitchFamily="18" charset="0"/>
            </a:endParaRPr>
          </a:p>
        </p:txBody>
      </p:sp>
      <p:sp>
        <p:nvSpPr>
          <p:cNvPr id="48" name="文本框 47">
            <a:extLst>
              <a:ext uri="{FF2B5EF4-FFF2-40B4-BE49-F238E27FC236}">
                <a16:creationId xmlns:a16="http://schemas.microsoft.com/office/drawing/2014/main" id="{45EC434F-694B-F242-AA91-6AA6264D52B9}"/>
              </a:ext>
            </a:extLst>
          </p:cNvPr>
          <p:cNvSpPr txBox="1"/>
          <p:nvPr/>
        </p:nvSpPr>
        <p:spPr>
          <a:xfrm>
            <a:off x="7960600" y="4148317"/>
            <a:ext cx="1436612"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4</a:t>
            </a:r>
            <a:r>
              <a:rPr kumimoji="1" lang="zh-CN" altLang="en-US" dirty="0">
                <a:latin typeface="Times New Roman" panose="02020603050405020304" pitchFamily="18" charset="0"/>
                <a:cs typeface="Times New Roman" panose="02020603050405020304" pitchFamily="18" charset="0"/>
              </a:rPr>
              <a:t>*</a:t>
            </a:r>
            <a:r>
              <a:rPr kumimoji="1" lang="en-US" altLang="zh-CN" dirty="0">
                <a:latin typeface="Times New Roman" panose="02020603050405020304" pitchFamily="18" charset="0"/>
                <a:cs typeface="Times New Roman" panose="02020603050405020304" pitchFamily="18" charset="0"/>
              </a:rPr>
              <a:t>7=28</a:t>
            </a:r>
            <a:r>
              <a:rPr kumimoji="1" lang="zh-CN" altLang="en-US" dirty="0">
                <a:latin typeface="Times New Roman" panose="02020603050405020304" pitchFamily="18" charset="0"/>
                <a:cs typeface="Times New Roman" panose="02020603050405020304" pitchFamily="18" charset="0"/>
              </a:rPr>
              <a:t> </a:t>
            </a:r>
            <a:r>
              <a:rPr kumimoji="1" lang="en-US" altLang="zh-CN" dirty="0">
                <a:latin typeface="Times New Roman" panose="02020603050405020304" pitchFamily="18" charset="0"/>
                <a:cs typeface="Times New Roman" panose="02020603050405020304" pitchFamily="18" charset="0"/>
              </a:rPr>
              <a:t>bytes</a:t>
            </a:r>
            <a:endParaRPr kumimoji="1" lang="zh-CN" altLang="en-US" dirty="0">
              <a:latin typeface="Times New Roman" panose="02020603050405020304" pitchFamily="18" charset="0"/>
              <a:cs typeface="Times New Roman" panose="02020603050405020304" pitchFamily="18" charset="0"/>
            </a:endParaRPr>
          </a:p>
        </p:txBody>
      </p:sp>
      <p:sp>
        <p:nvSpPr>
          <p:cNvPr id="51" name="文本框 50">
            <a:extLst>
              <a:ext uri="{FF2B5EF4-FFF2-40B4-BE49-F238E27FC236}">
                <a16:creationId xmlns:a16="http://schemas.microsoft.com/office/drawing/2014/main" id="{C92C7094-C959-C74E-B01B-9B959B383544}"/>
              </a:ext>
            </a:extLst>
          </p:cNvPr>
          <p:cNvSpPr txBox="1"/>
          <p:nvPr/>
        </p:nvSpPr>
        <p:spPr>
          <a:xfrm>
            <a:off x="496957" y="5344883"/>
            <a:ext cx="4801314" cy="461665"/>
          </a:xfrm>
          <a:prstGeom prst="rect">
            <a:avLst/>
          </a:prstGeom>
          <a:noFill/>
        </p:spPr>
        <p:txBody>
          <a:bodyPr wrap="none" rtlCol="0">
            <a:spAutoFit/>
          </a:bodyPr>
          <a:lstStyle/>
          <a:p>
            <a:r>
              <a:rPr kumimoji="1" lang="zh-CN" altLang="en-US" sz="2400" dirty="0">
                <a:latin typeface="Times New Roman" panose="02020603050405020304" pitchFamily="18" charset="0"/>
                <a:cs typeface="Times New Roman" panose="02020603050405020304" pitchFamily="18" charset="0"/>
              </a:rPr>
              <a:t>节省了存储空间，但增加了计算量</a:t>
            </a:r>
            <a:endParaRPr kumimoji="1" lang="en-US" altLang="zh-CN" sz="2400" dirty="0">
              <a:latin typeface="Times New Roman" panose="02020603050405020304" pitchFamily="18" charset="0"/>
              <a:cs typeface="Times New Roman" panose="02020603050405020304" pitchFamily="18" charset="0"/>
            </a:endParaRPr>
          </a:p>
        </p:txBody>
      </p:sp>
      <p:pic>
        <p:nvPicPr>
          <p:cNvPr id="52" name="图片 51">
            <a:extLst>
              <a:ext uri="{FF2B5EF4-FFF2-40B4-BE49-F238E27FC236}">
                <a16:creationId xmlns:a16="http://schemas.microsoft.com/office/drawing/2014/main" id="{BD2C2E19-27BC-3E40-9346-903CDADFB843}"/>
              </a:ext>
            </a:extLst>
          </p:cNvPr>
          <p:cNvPicPr>
            <a:picLocks noChangeAspect="1"/>
          </p:cNvPicPr>
          <p:nvPr/>
        </p:nvPicPr>
        <p:blipFill>
          <a:blip r:embed="rId3"/>
          <a:stretch>
            <a:fillRect/>
          </a:stretch>
        </p:blipFill>
        <p:spPr>
          <a:xfrm>
            <a:off x="8271214" y="2372937"/>
            <a:ext cx="2616429" cy="320379"/>
          </a:xfrm>
          <a:prstGeom prst="rect">
            <a:avLst/>
          </a:prstGeom>
        </p:spPr>
      </p:pic>
      <p:sp>
        <p:nvSpPr>
          <p:cNvPr id="53" name="矩形 52">
            <a:extLst>
              <a:ext uri="{FF2B5EF4-FFF2-40B4-BE49-F238E27FC236}">
                <a16:creationId xmlns:a16="http://schemas.microsoft.com/office/drawing/2014/main" id="{EA7A4E19-1973-FB4B-B9C1-23287A63AC16}"/>
              </a:ext>
            </a:extLst>
          </p:cNvPr>
          <p:cNvSpPr/>
          <p:nvPr/>
        </p:nvSpPr>
        <p:spPr>
          <a:xfrm>
            <a:off x="3196642" y="515535"/>
            <a:ext cx="1843710" cy="3211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L4</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cxnSp>
        <p:nvCxnSpPr>
          <p:cNvPr id="54" name="直线箭头连接符 53">
            <a:extLst>
              <a:ext uri="{FF2B5EF4-FFF2-40B4-BE49-F238E27FC236}">
                <a16:creationId xmlns:a16="http://schemas.microsoft.com/office/drawing/2014/main" id="{741EB883-B7EF-6B43-B53C-5BB557A4DCC6}"/>
              </a:ext>
            </a:extLst>
          </p:cNvPr>
          <p:cNvCxnSpPr>
            <a:cxnSpLocks/>
            <a:endCxn id="24" idx="1"/>
          </p:cNvCxnSpPr>
          <p:nvPr/>
        </p:nvCxnSpPr>
        <p:spPr>
          <a:xfrm>
            <a:off x="5040352" y="676088"/>
            <a:ext cx="520590" cy="928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56" name="矩形 55">
            <a:extLst>
              <a:ext uri="{FF2B5EF4-FFF2-40B4-BE49-F238E27FC236}">
                <a16:creationId xmlns:a16="http://schemas.microsoft.com/office/drawing/2014/main" id="{7D0E7CA9-1718-8F4A-93A2-6185CFBA73AF}"/>
              </a:ext>
            </a:extLst>
          </p:cNvPr>
          <p:cNvSpPr/>
          <p:nvPr/>
        </p:nvSpPr>
        <p:spPr>
          <a:xfrm>
            <a:off x="5553853" y="3091969"/>
            <a:ext cx="1843710" cy="3211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en-US" altLang="zh-CN" dirty="0" err="1">
                <a:solidFill>
                  <a:schemeClr val="tx1"/>
                </a:solidFill>
                <a:latin typeface="Times New Roman" panose="02020603050405020304" pitchFamily="18" charset="0"/>
                <a:cs typeface="Times New Roman" panose="02020603050405020304" pitchFamily="18" charset="0"/>
              </a:rPr>
              <a:t>rdx</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cxnSp>
        <p:nvCxnSpPr>
          <p:cNvPr id="57" name="直线箭头连接符 56">
            <a:extLst>
              <a:ext uri="{FF2B5EF4-FFF2-40B4-BE49-F238E27FC236}">
                <a16:creationId xmlns:a16="http://schemas.microsoft.com/office/drawing/2014/main" id="{F31C3A84-001F-F844-9BCC-222A47423804}"/>
              </a:ext>
            </a:extLst>
          </p:cNvPr>
          <p:cNvCxnSpPr>
            <a:cxnSpLocks/>
            <a:endCxn id="39" idx="0"/>
          </p:cNvCxnSpPr>
          <p:nvPr/>
        </p:nvCxnSpPr>
        <p:spPr>
          <a:xfrm>
            <a:off x="6012113" y="3412348"/>
            <a:ext cx="1" cy="30536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48649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phase_4</a:t>
              </a:r>
              <a:endParaRPr kumimoji="1" lang="zh-CN" altLang="en-US" sz="2400" b="1" dirty="0">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E7C4F89B-4992-724D-AB1E-8FF5FB5A7BE8}"/>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27</a:t>
            </a:fld>
            <a:endParaRPr kumimoji="1" lang="zh-CN" altLang="en-US" dirty="0">
              <a:latin typeface="Times New Roman" panose="02020603050405020304" pitchFamily="18" charset="0"/>
              <a:cs typeface="Times New Roman" panose="02020603050405020304" pitchFamily="18" charset="0"/>
            </a:endParaRPr>
          </a:p>
        </p:txBody>
      </p:sp>
      <p:sp>
        <p:nvSpPr>
          <p:cNvPr id="14" name="文本框 13">
            <a:extLst>
              <a:ext uri="{FF2B5EF4-FFF2-40B4-BE49-F238E27FC236}">
                <a16:creationId xmlns:a16="http://schemas.microsoft.com/office/drawing/2014/main" id="{A0163FFB-0322-A643-8508-2A8537ECF701}"/>
              </a:ext>
            </a:extLst>
          </p:cNvPr>
          <p:cNvSpPr txBox="1"/>
          <p:nvPr/>
        </p:nvSpPr>
        <p:spPr>
          <a:xfrm>
            <a:off x="4729336" y="2427988"/>
            <a:ext cx="2733328" cy="2002023"/>
          </a:xfrm>
          <a:prstGeom prst="rect">
            <a:avLst/>
          </a:prstGeom>
          <a:noFill/>
        </p:spPr>
        <p:txBody>
          <a:bodyPr wrap="square" rtlCol="0">
            <a:spAutoFit/>
          </a:bodyPr>
          <a:lstStyle/>
          <a:p>
            <a:pPr algn="ctr">
              <a:lnSpc>
                <a:spcPct val="150000"/>
              </a:lnSpc>
            </a:pPr>
            <a:r>
              <a:rPr kumimoji="1" lang="en-US" altLang="zh-CN" sz="4400" b="1" dirty="0">
                <a:latin typeface="Times New Roman" panose="02020603050405020304" pitchFamily="18" charset="0"/>
                <a:cs typeface="Times New Roman" panose="02020603050405020304" pitchFamily="18" charset="0"/>
              </a:rPr>
              <a:t>phase_4</a:t>
            </a:r>
          </a:p>
          <a:p>
            <a:pPr algn="ctr">
              <a:lnSpc>
                <a:spcPct val="150000"/>
              </a:lnSpc>
            </a:pPr>
            <a:r>
              <a:rPr kumimoji="1" lang="en-US" altLang="zh-CN" sz="4400" dirty="0">
                <a:latin typeface="Times New Roman" panose="02020603050405020304" pitchFamily="18" charset="0"/>
                <a:cs typeface="Times New Roman" panose="02020603050405020304" pitchFamily="18" charset="0"/>
              </a:rPr>
              <a:t>Recursion</a:t>
            </a:r>
            <a:endParaRPr kumimoji="1" lang="zh-CN" altLang="en-US"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643303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phase_4</a:t>
              </a:r>
              <a:endParaRPr kumimoji="1" lang="zh-CN" altLang="en-US" sz="2400" b="1" dirty="0">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5" name="灯片编号占位符 14">
            <a:extLst>
              <a:ext uri="{FF2B5EF4-FFF2-40B4-BE49-F238E27FC236}">
                <a16:creationId xmlns:a16="http://schemas.microsoft.com/office/drawing/2014/main" id="{F1C6F950-B312-714A-8BED-0262E4241AC4}"/>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28</a:t>
            </a:fld>
            <a:endParaRPr kumimoji="1" lang="zh-CN" altLang="en-US" dirty="0">
              <a:latin typeface="Times New Roman" panose="02020603050405020304" pitchFamily="18" charset="0"/>
              <a:cs typeface="Times New Roman" panose="02020603050405020304" pitchFamily="18" charset="0"/>
            </a:endParaRPr>
          </a:p>
        </p:txBody>
      </p:sp>
      <p:sp>
        <p:nvSpPr>
          <p:cNvPr id="2" name="文本框 1">
            <a:extLst>
              <a:ext uri="{FF2B5EF4-FFF2-40B4-BE49-F238E27FC236}">
                <a16:creationId xmlns:a16="http://schemas.microsoft.com/office/drawing/2014/main" id="{A4C5DC89-E5B9-EA40-BF7E-E4FF73F2E5CD}"/>
              </a:ext>
            </a:extLst>
          </p:cNvPr>
          <p:cNvSpPr txBox="1"/>
          <p:nvPr/>
        </p:nvSpPr>
        <p:spPr>
          <a:xfrm>
            <a:off x="815009" y="655983"/>
            <a:ext cx="1826141" cy="584775"/>
          </a:xfrm>
          <a:prstGeom prst="rect">
            <a:avLst/>
          </a:prstGeom>
          <a:noFill/>
        </p:spPr>
        <p:txBody>
          <a:bodyPr wrap="none" rtlCol="0">
            <a:spAutoFit/>
          </a:bodyPr>
          <a:lstStyle/>
          <a:p>
            <a:r>
              <a:rPr kumimoji="1" lang="zh-CN" altLang="en-US" sz="3200" dirty="0"/>
              <a:t>解题思路</a:t>
            </a: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21F4A14A-AF60-DA41-A669-DB5438AC6F4C}"/>
                  </a:ext>
                </a:extLst>
              </p:cNvPr>
              <p:cNvSpPr txBox="1"/>
              <p:nvPr/>
            </p:nvSpPr>
            <p:spPr>
              <a:xfrm>
                <a:off x="894522" y="1540565"/>
                <a:ext cx="10654747" cy="286354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kumimoji="1" lang="zh-CN" altLang="en-US" sz="2400" dirty="0">
                    <a:latin typeface="Times New Roman" panose="02020603050405020304" pitchFamily="18" charset="0"/>
                    <a:cs typeface="Times New Roman" panose="02020603050405020304" pitchFamily="18" charset="0"/>
                  </a:rPr>
                  <a:t>根据汇编代码易知输入字符串的格式为</a:t>
                </a:r>
                <a:r>
                  <a:rPr kumimoji="1" lang="en-US" altLang="zh-CN" sz="2400" dirty="0">
                    <a:latin typeface="Times New Roman" panose="02020603050405020304" pitchFamily="18" charset="0"/>
                    <a:cs typeface="Times New Roman" panose="02020603050405020304" pitchFamily="18" charset="0"/>
                  </a:rPr>
                  <a:t>%d %d</a:t>
                </a:r>
                <a:r>
                  <a:rPr kumimoji="1" lang="zh-CN" altLang="en-US" sz="2400" dirty="0">
                    <a:latin typeface="Times New Roman" panose="02020603050405020304" pitchFamily="18" charset="0"/>
                    <a:cs typeface="Times New Roman" panose="02020603050405020304" pitchFamily="18" charset="0"/>
                  </a:rPr>
                  <a:t>，且输入的第一个整数为</a:t>
                </a:r>
                <a:r>
                  <a:rPr kumimoji="1" lang="en-US" altLang="zh-CN" sz="2400" dirty="0">
                    <a:latin typeface="Times New Roman" panose="02020603050405020304" pitchFamily="18" charset="0"/>
                    <a:cs typeface="Times New Roman" panose="02020603050405020304" pitchFamily="18" charset="0"/>
                  </a:rPr>
                  <a:t>4</a:t>
                </a:r>
              </a:p>
              <a:p>
                <a:pPr marL="342900" indent="-342900">
                  <a:lnSpc>
                    <a:spcPct val="150000"/>
                  </a:lnSpc>
                  <a:buFont typeface="Arial" panose="020B0604020202020204" pitchFamily="34" charset="0"/>
                  <a:buChar char="•"/>
                </a:pPr>
                <a:r>
                  <a:rPr kumimoji="1" lang="zh-CN" altLang="en-US" sz="2400" dirty="0">
                    <a:latin typeface="Times New Roman" panose="02020603050405020304" pitchFamily="18" charset="0"/>
                    <a:cs typeface="Times New Roman" panose="02020603050405020304" pitchFamily="18" charset="0"/>
                  </a:rPr>
                  <a:t>观察</a:t>
                </a:r>
                <a:r>
                  <a:rPr kumimoji="1" lang="en-US" altLang="zh-CN" sz="2400" dirty="0">
                    <a:latin typeface="Times New Roman" panose="02020603050405020304" pitchFamily="18" charset="0"/>
                    <a:cs typeface="Times New Roman" panose="02020603050405020304" pitchFamily="18" charset="0"/>
                  </a:rPr>
                  <a:t>func4</a:t>
                </a:r>
                <a:r>
                  <a:rPr kumimoji="1" lang="zh-CN" altLang="en-US" sz="2400" dirty="0">
                    <a:latin typeface="Times New Roman" panose="02020603050405020304" pitchFamily="18" charset="0"/>
                    <a:cs typeface="Times New Roman" panose="02020603050405020304" pitchFamily="18" charset="0"/>
                  </a:rPr>
                  <a:t>的递归调用，将递归转化为递推可以更快地解决问题</a:t>
                </a:r>
                <a:endParaRPr kumimoji="1" lang="en-US" altLang="zh-CN"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kumimoji="1" lang="zh-CN" altLang="en-US" sz="2400" dirty="0">
                    <a:latin typeface="Times New Roman" panose="02020603050405020304" pitchFamily="18" charset="0"/>
                    <a:cs typeface="Times New Roman" panose="02020603050405020304" pitchFamily="18" charset="0"/>
                  </a:rPr>
                  <a:t>根据递推公式可以手动计算需要的值</a:t>
                </a:r>
                <a:endParaRPr kumimoji="1" lang="en-US" altLang="zh-CN"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kumimoji="1" lang="zh-CN" altLang="en-US" sz="2400" dirty="0">
                    <a:latin typeface="Times New Roman" panose="02020603050405020304" pitchFamily="18" charset="0"/>
                    <a:cs typeface="Times New Roman" panose="02020603050405020304" pitchFamily="18" charset="0"/>
                  </a:rPr>
                  <a:t>汇编代码通过循环计算</a:t>
                </a:r>
                <a14:m>
                  <m:oMath xmlns:m="http://schemas.openxmlformats.org/officeDocument/2006/math">
                    <m:nary>
                      <m:naryPr>
                        <m:chr m:val="∑"/>
                        <m:ctrlPr>
                          <a:rPr kumimoji="1" lang="zh-CN" altLang="en-US" sz="2400" i="1" smtClean="0">
                            <a:latin typeface="Cambria Math" panose="02040503050406030204" pitchFamily="18" charset="0"/>
                            <a:cs typeface="Times New Roman" panose="02020603050405020304" pitchFamily="18" charset="0"/>
                          </a:rPr>
                        </m:ctrlPr>
                      </m:naryPr>
                      <m:sub>
                        <m:r>
                          <m:rPr>
                            <m:brk m:alnAt="23"/>
                          </m:rPr>
                          <a:rPr kumimoji="1" lang="en-US" altLang="zh-CN" sz="2400" b="0" i="1" smtClean="0">
                            <a:latin typeface="Cambria Math" panose="02040503050406030204" pitchFamily="18" charset="0"/>
                            <a:cs typeface="Times New Roman" panose="02020603050405020304" pitchFamily="18" charset="0"/>
                          </a:rPr>
                          <m:t>𝑖</m:t>
                        </m:r>
                        <m:r>
                          <a:rPr kumimoji="1" lang="en-US" altLang="zh-CN" sz="2400" b="0" i="1" smtClean="0">
                            <a:latin typeface="Cambria Math" panose="02040503050406030204" pitchFamily="18" charset="0"/>
                            <a:cs typeface="Times New Roman" panose="02020603050405020304" pitchFamily="18" charset="0"/>
                          </a:rPr>
                          <m:t>=0</m:t>
                        </m:r>
                      </m:sub>
                      <m:sup>
                        <m:r>
                          <a:rPr kumimoji="1" lang="en-US" altLang="zh-CN" sz="2400" b="0" i="1" smtClean="0">
                            <a:latin typeface="Cambria Math" panose="02040503050406030204" pitchFamily="18" charset="0"/>
                            <a:cs typeface="Times New Roman" panose="02020603050405020304" pitchFamily="18" charset="0"/>
                          </a:rPr>
                          <m:t>3</m:t>
                        </m:r>
                      </m:sup>
                      <m:e>
                        <m:r>
                          <a:rPr kumimoji="1" lang="en-US" altLang="zh-CN" sz="2400" b="0" i="1" smtClean="0">
                            <a:latin typeface="Cambria Math" panose="02040503050406030204" pitchFamily="18" charset="0"/>
                            <a:cs typeface="Times New Roman" panose="02020603050405020304" pitchFamily="18" charset="0"/>
                          </a:rPr>
                          <m:t>𝑓𝑢𝑛𝑐</m:t>
                        </m:r>
                        <m:r>
                          <a:rPr kumimoji="1" lang="en-US" altLang="zh-CN" sz="2400" b="0" i="1" smtClean="0">
                            <a:latin typeface="Cambria Math" panose="02040503050406030204" pitchFamily="18" charset="0"/>
                            <a:cs typeface="Times New Roman" panose="02020603050405020304" pitchFamily="18" charset="0"/>
                          </a:rPr>
                          <m:t>4(</m:t>
                        </m:r>
                        <m:r>
                          <a:rPr kumimoji="1" lang="en-US" altLang="zh-CN" sz="2400" b="0" i="1" smtClean="0">
                            <a:latin typeface="Cambria Math" panose="02040503050406030204" pitchFamily="18" charset="0"/>
                            <a:cs typeface="Times New Roman" panose="02020603050405020304" pitchFamily="18" charset="0"/>
                          </a:rPr>
                          <m:t>𝑖</m:t>
                        </m:r>
                        <m:r>
                          <a:rPr kumimoji="1" lang="en-US" altLang="zh-CN" sz="2400" b="0" i="1" smtClean="0">
                            <a:latin typeface="Cambria Math" panose="02040503050406030204" pitchFamily="18" charset="0"/>
                            <a:cs typeface="Times New Roman" panose="02020603050405020304" pitchFamily="18" charset="0"/>
                          </a:rPr>
                          <m:t>)</m:t>
                        </m:r>
                      </m:e>
                    </m:nary>
                  </m:oMath>
                </a14:m>
                <a:endParaRPr kumimoji="1" lang="en-US" altLang="zh-CN"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kumimoji="1" lang="zh-CN" altLang="en-US" sz="2400" dirty="0">
                    <a:latin typeface="Times New Roman" panose="02020603050405020304" pitchFamily="18" charset="0"/>
                    <a:cs typeface="Times New Roman" panose="02020603050405020304" pitchFamily="18" charset="0"/>
                  </a:rPr>
                  <a:t>输入的第二个整数即为</a:t>
                </a:r>
                <a14:m>
                  <m:oMath xmlns:m="http://schemas.openxmlformats.org/officeDocument/2006/math">
                    <m:nary>
                      <m:naryPr>
                        <m:chr m:val="∑"/>
                        <m:ctrlPr>
                          <a:rPr kumimoji="1" lang="zh-CN" altLang="en-US" sz="2400" i="1" smtClean="0">
                            <a:latin typeface="Cambria Math" panose="02040503050406030204" pitchFamily="18" charset="0"/>
                            <a:cs typeface="Times New Roman" panose="02020603050405020304" pitchFamily="18" charset="0"/>
                          </a:rPr>
                        </m:ctrlPr>
                      </m:naryPr>
                      <m:sub>
                        <m:r>
                          <m:rPr>
                            <m:brk m:alnAt="23"/>
                          </m:rPr>
                          <a:rPr kumimoji="1" lang="en-US" altLang="zh-CN" sz="2400" b="0" i="1" smtClean="0">
                            <a:latin typeface="Cambria Math" panose="02040503050406030204" pitchFamily="18" charset="0"/>
                            <a:cs typeface="Times New Roman" panose="02020603050405020304" pitchFamily="18" charset="0"/>
                          </a:rPr>
                          <m:t>𝑖</m:t>
                        </m:r>
                        <m:r>
                          <a:rPr kumimoji="1" lang="en-US" altLang="zh-CN" sz="2400" b="0" i="1" smtClean="0">
                            <a:latin typeface="Cambria Math" panose="02040503050406030204" pitchFamily="18" charset="0"/>
                            <a:cs typeface="Times New Roman" panose="02020603050405020304" pitchFamily="18" charset="0"/>
                          </a:rPr>
                          <m:t>=0</m:t>
                        </m:r>
                      </m:sub>
                      <m:sup>
                        <m:r>
                          <a:rPr kumimoji="1" lang="en-US" altLang="zh-CN" sz="2400" b="0" i="1" smtClean="0">
                            <a:latin typeface="Cambria Math" panose="02040503050406030204" pitchFamily="18" charset="0"/>
                            <a:cs typeface="Times New Roman" panose="02020603050405020304" pitchFamily="18" charset="0"/>
                          </a:rPr>
                          <m:t>3</m:t>
                        </m:r>
                      </m:sup>
                      <m:e>
                        <m:r>
                          <a:rPr kumimoji="1" lang="en-US" altLang="zh-CN" sz="2400" b="0" i="1" smtClean="0">
                            <a:latin typeface="Cambria Math" panose="02040503050406030204" pitchFamily="18" charset="0"/>
                            <a:cs typeface="Times New Roman" panose="02020603050405020304" pitchFamily="18" charset="0"/>
                          </a:rPr>
                          <m:t>𝑓𝑢𝑛𝑐</m:t>
                        </m:r>
                        <m:r>
                          <a:rPr kumimoji="1" lang="en-US" altLang="zh-CN" sz="2400" b="0" i="1" smtClean="0">
                            <a:latin typeface="Cambria Math" panose="02040503050406030204" pitchFamily="18" charset="0"/>
                            <a:cs typeface="Times New Roman" panose="02020603050405020304" pitchFamily="18" charset="0"/>
                          </a:rPr>
                          <m:t>4(</m:t>
                        </m:r>
                        <m:r>
                          <a:rPr kumimoji="1" lang="en-US" altLang="zh-CN" sz="2400" b="0" i="1" smtClean="0">
                            <a:latin typeface="Cambria Math" panose="02040503050406030204" pitchFamily="18" charset="0"/>
                            <a:cs typeface="Times New Roman" panose="02020603050405020304" pitchFamily="18" charset="0"/>
                          </a:rPr>
                          <m:t>𝑖</m:t>
                        </m:r>
                        <m:r>
                          <a:rPr kumimoji="1" lang="en-US" altLang="zh-CN" sz="2400" b="0" i="1" smtClean="0">
                            <a:latin typeface="Cambria Math" panose="02040503050406030204" pitchFamily="18" charset="0"/>
                            <a:cs typeface="Times New Roman" panose="02020603050405020304" pitchFamily="18" charset="0"/>
                          </a:rPr>
                          <m:t>)</m:t>
                        </m:r>
                      </m:e>
                    </m:nary>
                  </m:oMath>
                </a14:m>
                <a:endParaRPr kumimoji="1" lang="en-US" altLang="zh-CN" sz="2400" dirty="0">
                  <a:latin typeface="Times New Roman" panose="02020603050405020304" pitchFamily="18" charset="0"/>
                  <a:cs typeface="Times New Roman" panose="02020603050405020304" pitchFamily="18" charset="0"/>
                </a:endParaRPr>
              </a:p>
            </p:txBody>
          </p:sp>
        </mc:Choice>
        <mc:Fallback xmlns="">
          <p:sp>
            <p:nvSpPr>
              <p:cNvPr id="13" name="文本框 12">
                <a:extLst>
                  <a:ext uri="{FF2B5EF4-FFF2-40B4-BE49-F238E27FC236}">
                    <a16:creationId xmlns:a16="http://schemas.microsoft.com/office/drawing/2014/main" id="{21F4A14A-AF60-DA41-A669-DB5438AC6F4C}"/>
                  </a:ext>
                </a:extLst>
              </p:cNvPr>
              <p:cNvSpPr txBox="1">
                <a:spLocks noRot="1" noChangeAspect="1" noMove="1" noResize="1" noEditPoints="1" noAdjustHandles="1" noChangeArrowheads="1" noChangeShapeType="1" noTextEdit="1"/>
              </p:cNvSpPr>
              <p:nvPr/>
            </p:nvSpPr>
            <p:spPr>
              <a:xfrm>
                <a:off x="894522" y="1540565"/>
                <a:ext cx="10654747" cy="2863541"/>
              </a:xfrm>
              <a:prstGeom prst="rect">
                <a:avLst/>
              </a:prstGeom>
              <a:blipFill>
                <a:blip r:embed="rId2"/>
                <a:stretch>
                  <a:fillRect l="-833" b="-3097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486805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phase_4</a:t>
              </a:r>
              <a:endParaRPr kumimoji="1" lang="zh-CN" altLang="en-US" sz="2400" b="1" dirty="0">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E7C4F89B-4992-724D-AB1E-8FF5FB5A7BE8}"/>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29</a:t>
            </a:fld>
            <a:endParaRPr kumimoji="1" lang="zh-CN" altLang="en-US" dirty="0">
              <a:latin typeface="Times New Roman" panose="02020603050405020304" pitchFamily="18" charset="0"/>
              <a:cs typeface="Times New Roman" panose="02020603050405020304" pitchFamily="18" charset="0"/>
            </a:endParaRPr>
          </a:p>
        </p:txBody>
      </p:sp>
      <p:pic>
        <p:nvPicPr>
          <p:cNvPr id="2" name="图片 1">
            <a:extLst>
              <a:ext uri="{FF2B5EF4-FFF2-40B4-BE49-F238E27FC236}">
                <a16:creationId xmlns:a16="http://schemas.microsoft.com/office/drawing/2014/main" id="{8325C0C1-661F-3348-9FCD-857F0A87926D}"/>
              </a:ext>
            </a:extLst>
          </p:cNvPr>
          <p:cNvPicPr>
            <a:picLocks noChangeAspect="1"/>
          </p:cNvPicPr>
          <p:nvPr/>
        </p:nvPicPr>
        <p:blipFill>
          <a:blip r:embed="rId2"/>
          <a:stretch>
            <a:fillRect/>
          </a:stretch>
        </p:blipFill>
        <p:spPr>
          <a:xfrm>
            <a:off x="6813755" y="1012722"/>
            <a:ext cx="4155743" cy="4031226"/>
          </a:xfrm>
          <a:prstGeom prst="rect">
            <a:avLst/>
          </a:prstGeom>
        </p:spPr>
      </p:pic>
      <p:grpSp>
        <p:nvGrpSpPr>
          <p:cNvPr id="15" name="组合 14">
            <a:extLst>
              <a:ext uri="{FF2B5EF4-FFF2-40B4-BE49-F238E27FC236}">
                <a16:creationId xmlns:a16="http://schemas.microsoft.com/office/drawing/2014/main" id="{8BB90C6E-DB65-DA4C-A1D9-44D613E99FD0}"/>
              </a:ext>
            </a:extLst>
          </p:cNvPr>
          <p:cNvGrpSpPr/>
          <p:nvPr/>
        </p:nvGrpSpPr>
        <p:grpSpPr>
          <a:xfrm>
            <a:off x="858683" y="206478"/>
            <a:ext cx="5237317" cy="5575335"/>
            <a:chOff x="4911383" y="0"/>
            <a:chExt cx="5237317" cy="5575335"/>
          </a:xfrm>
        </p:grpSpPr>
        <p:pic>
          <p:nvPicPr>
            <p:cNvPr id="3" name="图片 2">
              <a:extLst>
                <a:ext uri="{FF2B5EF4-FFF2-40B4-BE49-F238E27FC236}">
                  <a16:creationId xmlns:a16="http://schemas.microsoft.com/office/drawing/2014/main" id="{AEFAD281-6C26-0A43-836E-BE5F0088E983}"/>
                </a:ext>
              </a:extLst>
            </p:cNvPr>
            <p:cNvPicPr>
              <a:picLocks noChangeAspect="1"/>
            </p:cNvPicPr>
            <p:nvPr/>
          </p:nvPicPr>
          <p:blipFill>
            <a:blip r:embed="rId3"/>
            <a:stretch>
              <a:fillRect/>
            </a:stretch>
          </p:blipFill>
          <p:spPr>
            <a:xfrm>
              <a:off x="4911384" y="0"/>
              <a:ext cx="5237316" cy="4444181"/>
            </a:xfrm>
            <a:prstGeom prst="rect">
              <a:avLst/>
            </a:prstGeom>
          </p:spPr>
        </p:pic>
        <p:pic>
          <p:nvPicPr>
            <p:cNvPr id="4" name="图片 3">
              <a:extLst>
                <a:ext uri="{FF2B5EF4-FFF2-40B4-BE49-F238E27FC236}">
                  <a16:creationId xmlns:a16="http://schemas.microsoft.com/office/drawing/2014/main" id="{C32FBA84-77C7-144C-8C78-213156283159}"/>
                </a:ext>
              </a:extLst>
            </p:cNvPr>
            <p:cNvPicPr>
              <a:picLocks noChangeAspect="1"/>
            </p:cNvPicPr>
            <p:nvPr/>
          </p:nvPicPr>
          <p:blipFill>
            <a:blip r:embed="rId4"/>
            <a:stretch>
              <a:fillRect/>
            </a:stretch>
          </p:blipFill>
          <p:spPr>
            <a:xfrm>
              <a:off x="4911383" y="4444180"/>
              <a:ext cx="5237315" cy="1131155"/>
            </a:xfrm>
            <a:prstGeom prst="rect">
              <a:avLst/>
            </a:prstGeom>
          </p:spPr>
        </p:pic>
      </p:grpSp>
    </p:spTree>
    <p:extLst>
      <p:ext uri="{BB962C8B-B14F-4D97-AF65-F5344CB8AC3E}">
        <p14:creationId xmlns:p14="http://schemas.microsoft.com/office/powerpoint/2010/main" val="39361841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phase_4</a:t>
              </a:r>
              <a:endParaRPr kumimoji="1" lang="zh-CN" altLang="en-US" sz="2400" b="1" dirty="0">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E7C4F89B-4992-724D-AB1E-8FF5FB5A7BE8}"/>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30</a:t>
            </a:fld>
            <a:endParaRPr kumimoji="1" lang="zh-CN" altLang="en-US" dirty="0">
              <a:latin typeface="Times New Roman" panose="02020603050405020304" pitchFamily="18" charset="0"/>
              <a:cs typeface="Times New Roman" panose="02020603050405020304" pitchFamily="18" charset="0"/>
            </a:endParaRPr>
          </a:p>
        </p:txBody>
      </p:sp>
      <p:grpSp>
        <p:nvGrpSpPr>
          <p:cNvPr id="15" name="组合 14">
            <a:extLst>
              <a:ext uri="{FF2B5EF4-FFF2-40B4-BE49-F238E27FC236}">
                <a16:creationId xmlns:a16="http://schemas.microsoft.com/office/drawing/2014/main" id="{8BB90C6E-DB65-DA4C-A1D9-44D613E99FD0}"/>
              </a:ext>
            </a:extLst>
          </p:cNvPr>
          <p:cNvGrpSpPr/>
          <p:nvPr/>
        </p:nvGrpSpPr>
        <p:grpSpPr>
          <a:xfrm>
            <a:off x="1" y="0"/>
            <a:ext cx="3411794" cy="3775587"/>
            <a:chOff x="4911383" y="0"/>
            <a:chExt cx="5237317" cy="5575335"/>
          </a:xfrm>
        </p:grpSpPr>
        <p:pic>
          <p:nvPicPr>
            <p:cNvPr id="3" name="图片 2">
              <a:extLst>
                <a:ext uri="{FF2B5EF4-FFF2-40B4-BE49-F238E27FC236}">
                  <a16:creationId xmlns:a16="http://schemas.microsoft.com/office/drawing/2014/main" id="{AEFAD281-6C26-0A43-836E-BE5F0088E983}"/>
                </a:ext>
              </a:extLst>
            </p:cNvPr>
            <p:cNvPicPr>
              <a:picLocks noChangeAspect="1"/>
            </p:cNvPicPr>
            <p:nvPr/>
          </p:nvPicPr>
          <p:blipFill>
            <a:blip r:embed="rId2"/>
            <a:stretch>
              <a:fillRect/>
            </a:stretch>
          </p:blipFill>
          <p:spPr>
            <a:xfrm>
              <a:off x="4911384" y="0"/>
              <a:ext cx="5237316" cy="4444181"/>
            </a:xfrm>
            <a:prstGeom prst="rect">
              <a:avLst/>
            </a:prstGeom>
          </p:spPr>
        </p:pic>
        <p:pic>
          <p:nvPicPr>
            <p:cNvPr id="4" name="图片 3">
              <a:extLst>
                <a:ext uri="{FF2B5EF4-FFF2-40B4-BE49-F238E27FC236}">
                  <a16:creationId xmlns:a16="http://schemas.microsoft.com/office/drawing/2014/main" id="{C32FBA84-77C7-144C-8C78-213156283159}"/>
                </a:ext>
              </a:extLst>
            </p:cNvPr>
            <p:cNvPicPr>
              <a:picLocks noChangeAspect="1"/>
            </p:cNvPicPr>
            <p:nvPr/>
          </p:nvPicPr>
          <p:blipFill>
            <a:blip r:embed="rId3"/>
            <a:stretch>
              <a:fillRect/>
            </a:stretch>
          </p:blipFill>
          <p:spPr>
            <a:xfrm>
              <a:off x="4911383" y="4444180"/>
              <a:ext cx="5237315" cy="1131155"/>
            </a:xfrm>
            <a:prstGeom prst="rect">
              <a:avLst/>
            </a:prstGeom>
          </p:spPr>
        </p:pic>
      </p:grpSp>
      <p:sp>
        <p:nvSpPr>
          <p:cNvPr id="16" name="矩形 15">
            <a:extLst>
              <a:ext uri="{FF2B5EF4-FFF2-40B4-BE49-F238E27FC236}">
                <a16:creationId xmlns:a16="http://schemas.microsoft.com/office/drawing/2014/main" id="{99FAFB6C-4586-4047-A3C2-76D3257A25DD}"/>
              </a:ext>
            </a:extLst>
          </p:cNvPr>
          <p:cNvSpPr/>
          <p:nvPr/>
        </p:nvSpPr>
        <p:spPr>
          <a:xfrm>
            <a:off x="93913" y="90801"/>
            <a:ext cx="3239221" cy="766012"/>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p>
        </p:txBody>
      </p:sp>
      <p:grpSp>
        <p:nvGrpSpPr>
          <p:cNvPr id="18" name="组合 17">
            <a:extLst>
              <a:ext uri="{FF2B5EF4-FFF2-40B4-BE49-F238E27FC236}">
                <a16:creationId xmlns:a16="http://schemas.microsoft.com/office/drawing/2014/main" id="{F62C2C50-9F78-4843-ACE9-744EE2F17BE5}"/>
              </a:ext>
            </a:extLst>
          </p:cNvPr>
          <p:cNvGrpSpPr/>
          <p:nvPr/>
        </p:nvGrpSpPr>
        <p:grpSpPr>
          <a:xfrm>
            <a:off x="4416199" y="1504788"/>
            <a:ext cx="6843029" cy="2209162"/>
            <a:chOff x="4572223" y="1219838"/>
            <a:chExt cx="5878062" cy="1789737"/>
          </a:xfrm>
        </p:grpSpPr>
        <p:pic>
          <p:nvPicPr>
            <p:cNvPr id="14" name="图片 13">
              <a:extLst>
                <a:ext uri="{FF2B5EF4-FFF2-40B4-BE49-F238E27FC236}">
                  <a16:creationId xmlns:a16="http://schemas.microsoft.com/office/drawing/2014/main" id="{0EBA79DF-B23F-414C-B9DC-BC9736C70E29}"/>
                </a:ext>
              </a:extLst>
            </p:cNvPr>
            <p:cNvPicPr>
              <a:picLocks noChangeAspect="1"/>
            </p:cNvPicPr>
            <p:nvPr/>
          </p:nvPicPr>
          <p:blipFill rotWithShape="1">
            <a:blip r:embed="rId4"/>
            <a:srcRect r="46017"/>
            <a:stretch/>
          </p:blipFill>
          <p:spPr>
            <a:xfrm>
              <a:off x="4572223" y="1219838"/>
              <a:ext cx="4719483" cy="1789737"/>
            </a:xfrm>
            <a:prstGeom prst="rect">
              <a:avLst/>
            </a:prstGeom>
          </p:spPr>
        </p:pic>
        <p:pic>
          <p:nvPicPr>
            <p:cNvPr id="17" name="图片 16">
              <a:extLst>
                <a:ext uri="{FF2B5EF4-FFF2-40B4-BE49-F238E27FC236}">
                  <a16:creationId xmlns:a16="http://schemas.microsoft.com/office/drawing/2014/main" id="{8E80980D-4B96-E847-AD45-4D442D873E87}"/>
                </a:ext>
              </a:extLst>
            </p:cNvPr>
            <p:cNvPicPr>
              <a:picLocks noChangeAspect="1"/>
            </p:cNvPicPr>
            <p:nvPr/>
          </p:nvPicPr>
          <p:blipFill rotWithShape="1">
            <a:blip r:embed="rId4"/>
            <a:srcRect l="86748"/>
            <a:stretch/>
          </p:blipFill>
          <p:spPr>
            <a:xfrm>
              <a:off x="9291707" y="1219838"/>
              <a:ext cx="1158578" cy="1789737"/>
            </a:xfrm>
            <a:prstGeom prst="rect">
              <a:avLst/>
            </a:prstGeom>
          </p:spPr>
        </p:pic>
      </p:grpSp>
    </p:spTree>
    <p:extLst>
      <p:ext uri="{BB962C8B-B14F-4D97-AF65-F5344CB8AC3E}">
        <p14:creationId xmlns:p14="http://schemas.microsoft.com/office/powerpoint/2010/main" val="37831408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phase_4</a:t>
              </a:r>
              <a:endParaRPr kumimoji="1" lang="zh-CN" altLang="en-US" sz="2400" b="1" dirty="0">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E7C4F89B-4992-724D-AB1E-8FF5FB5A7BE8}"/>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31</a:t>
            </a:fld>
            <a:endParaRPr kumimoji="1" lang="zh-CN" altLang="en-US" dirty="0">
              <a:latin typeface="Times New Roman" panose="02020603050405020304" pitchFamily="18" charset="0"/>
              <a:cs typeface="Times New Roman" panose="02020603050405020304" pitchFamily="18" charset="0"/>
            </a:endParaRPr>
          </a:p>
        </p:txBody>
      </p:sp>
      <p:grpSp>
        <p:nvGrpSpPr>
          <p:cNvPr id="15" name="组合 14">
            <a:extLst>
              <a:ext uri="{FF2B5EF4-FFF2-40B4-BE49-F238E27FC236}">
                <a16:creationId xmlns:a16="http://schemas.microsoft.com/office/drawing/2014/main" id="{8BB90C6E-DB65-DA4C-A1D9-44D613E99FD0}"/>
              </a:ext>
            </a:extLst>
          </p:cNvPr>
          <p:cNvGrpSpPr/>
          <p:nvPr/>
        </p:nvGrpSpPr>
        <p:grpSpPr>
          <a:xfrm>
            <a:off x="1" y="0"/>
            <a:ext cx="3411794" cy="3775587"/>
            <a:chOff x="4911383" y="0"/>
            <a:chExt cx="5237317" cy="5575335"/>
          </a:xfrm>
        </p:grpSpPr>
        <p:pic>
          <p:nvPicPr>
            <p:cNvPr id="3" name="图片 2">
              <a:extLst>
                <a:ext uri="{FF2B5EF4-FFF2-40B4-BE49-F238E27FC236}">
                  <a16:creationId xmlns:a16="http://schemas.microsoft.com/office/drawing/2014/main" id="{AEFAD281-6C26-0A43-836E-BE5F0088E983}"/>
                </a:ext>
              </a:extLst>
            </p:cNvPr>
            <p:cNvPicPr>
              <a:picLocks noChangeAspect="1"/>
            </p:cNvPicPr>
            <p:nvPr/>
          </p:nvPicPr>
          <p:blipFill>
            <a:blip r:embed="rId2"/>
            <a:stretch>
              <a:fillRect/>
            </a:stretch>
          </p:blipFill>
          <p:spPr>
            <a:xfrm>
              <a:off x="4911384" y="0"/>
              <a:ext cx="5237316" cy="4444181"/>
            </a:xfrm>
            <a:prstGeom prst="rect">
              <a:avLst/>
            </a:prstGeom>
          </p:spPr>
        </p:pic>
        <p:pic>
          <p:nvPicPr>
            <p:cNvPr id="4" name="图片 3">
              <a:extLst>
                <a:ext uri="{FF2B5EF4-FFF2-40B4-BE49-F238E27FC236}">
                  <a16:creationId xmlns:a16="http://schemas.microsoft.com/office/drawing/2014/main" id="{C32FBA84-77C7-144C-8C78-213156283159}"/>
                </a:ext>
              </a:extLst>
            </p:cNvPr>
            <p:cNvPicPr>
              <a:picLocks noChangeAspect="1"/>
            </p:cNvPicPr>
            <p:nvPr/>
          </p:nvPicPr>
          <p:blipFill>
            <a:blip r:embed="rId3"/>
            <a:stretch>
              <a:fillRect/>
            </a:stretch>
          </p:blipFill>
          <p:spPr>
            <a:xfrm>
              <a:off x="4911383" y="4444180"/>
              <a:ext cx="5237315" cy="1131155"/>
            </a:xfrm>
            <a:prstGeom prst="rect">
              <a:avLst/>
            </a:prstGeom>
          </p:spPr>
        </p:pic>
      </p:grpSp>
      <p:sp>
        <p:nvSpPr>
          <p:cNvPr id="16" name="矩形 15">
            <a:extLst>
              <a:ext uri="{FF2B5EF4-FFF2-40B4-BE49-F238E27FC236}">
                <a16:creationId xmlns:a16="http://schemas.microsoft.com/office/drawing/2014/main" id="{99FAFB6C-4586-4047-A3C2-76D3257A25DD}"/>
              </a:ext>
            </a:extLst>
          </p:cNvPr>
          <p:cNvSpPr/>
          <p:nvPr/>
        </p:nvSpPr>
        <p:spPr>
          <a:xfrm>
            <a:off x="86286" y="838052"/>
            <a:ext cx="3239221" cy="853095"/>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p>
        </p:txBody>
      </p:sp>
      <p:pic>
        <p:nvPicPr>
          <p:cNvPr id="2" name="图片 1">
            <a:extLst>
              <a:ext uri="{FF2B5EF4-FFF2-40B4-BE49-F238E27FC236}">
                <a16:creationId xmlns:a16="http://schemas.microsoft.com/office/drawing/2014/main" id="{CDA21B3F-E753-1E45-9818-6D1270526084}"/>
              </a:ext>
            </a:extLst>
          </p:cNvPr>
          <p:cNvPicPr>
            <a:picLocks noChangeAspect="1"/>
          </p:cNvPicPr>
          <p:nvPr/>
        </p:nvPicPr>
        <p:blipFill>
          <a:blip r:embed="rId4"/>
          <a:stretch>
            <a:fillRect/>
          </a:stretch>
        </p:blipFill>
        <p:spPr>
          <a:xfrm>
            <a:off x="3508008" y="1976284"/>
            <a:ext cx="8452932" cy="1799303"/>
          </a:xfrm>
          <a:prstGeom prst="rect">
            <a:avLst/>
          </a:prstGeom>
        </p:spPr>
      </p:pic>
    </p:spTree>
    <p:extLst>
      <p:ext uri="{BB962C8B-B14F-4D97-AF65-F5344CB8AC3E}">
        <p14:creationId xmlns:p14="http://schemas.microsoft.com/office/powerpoint/2010/main" val="1952598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phase_4</a:t>
              </a:r>
              <a:endParaRPr kumimoji="1" lang="zh-CN" altLang="en-US" sz="2400" b="1" dirty="0">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E7C4F89B-4992-724D-AB1E-8FF5FB5A7BE8}"/>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32</a:t>
            </a:fld>
            <a:endParaRPr kumimoji="1" lang="zh-CN" altLang="en-US" dirty="0">
              <a:latin typeface="Times New Roman" panose="02020603050405020304" pitchFamily="18" charset="0"/>
              <a:cs typeface="Times New Roman" panose="02020603050405020304" pitchFamily="18" charset="0"/>
            </a:endParaRPr>
          </a:p>
        </p:txBody>
      </p:sp>
      <p:grpSp>
        <p:nvGrpSpPr>
          <p:cNvPr id="15" name="组合 14">
            <a:extLst>
              <a:ext uri="{FF2B5EF4-FFF2-40B4-BE49-F238E27FC236}">
                <a16:creationId xmlns:a16="http://schemas.microsoft.com/office/drawing/2014/main" id="{8BB90C6E-DB65-DA4C-A1D9-44D613E99FD0}"/>
              </a:ext>
            </a:extLst>
          </p:cNvPr>
          <p:cNvGrpSpPr/>
          <p:nvPr/>
        </p:nvGrpSpPr>
        <p:grpSpPr>
          <a:xfrm>
            <a:off x="1" y="0"/>
            <a:ext cx="3411794" cy="3775587"/>
            <a:chOff x="4911383" y="0"/>
            <a:chExt cx="5237317" cy="5575335"/>
          </a:xfrm>
        </p:grpSpPr>
        <p:pic>
          <p:nvPicPr>
            <p:cNvPr id="3" name="图片 2">
              <a:extLst>
                <a:ext uri="{FF2B5EF4-FFF2-40B4-BE49-F238E27FC236}">
                  <a16:creationId xmlns:a16="http://schemas.microsoft.com/office/drawing/2014/main" id="{AEFAD281-6C26-0A43-836E-BE5F0088E983}"/>
                </a:ext>
              </a:extLst>
            </p:cNvPr>
            <p:cNvPicPr>
              <a:picLocks noChangeAspect="1"/>
            </p:cNvPicPr>
            <p:nvPr/>
          </p:nvPicPr>
          <p:blipFill>
            <a:blip r:embed="rId2"/>
            <a:stretch>
              <a:fillRect/>
            </a:stretch>
          </p:blipFill>
          <p:spPr>
            <a:xfrm>
              <a:off x="4911384" y="0"/>
              <a:ext cx="5237316" cy="4444181"/>
            </a:xfrm>
            <a:prstGeom prst="rect">
              <a:avLst/>
            </a:prstGeom>
          </p:spPr>
        </p:pic>
        <p:pic>
          <p:nvPicPr>
            <p:cNvPr id="4" name="图片 3">
              <a:extLst>
                <a:ext uri="{FF2B5EF4-FFF2-40B4-BE49-F238E27FC236}">
                  <a16:creationId xmlns:a16="http://schemas.microsoft.com/office/drawing/2014/main" id="{C32FBA84-77C7-144C-8C78-213156283159}"/>
                </a:ext>
              </a:extLst>
            </p:cNvPr>
            <p:cNvPicPr>
              <a:picLocks noChangeAspect="1"/>
            </p:cNvPicPr>
            <p:nvPr/>
          </p:nvPicPr>
          <p:blipFill>
            <a:blip r:embed="rId3"/>
            <a:stretch>
              <a:fillRect/>
            </a:stretch>
          </p:blipFill>
          <p:spPr>
            <a:xfrm>
              <a:off x="4911383" y="4444180"/>
              <a:ext cx="5237315" cy="1131155"/>
            </a:xfrm>
            <a:prstGeom prst="rect">
              <a:avLst/>
            </a:prstGeom>
          </p:spPr>
        </p:pic>
      </p:grpSp>
      <p:sp>
        <p:nvSpPr>
          <p:cNvPr id="16" name="矩形 15">
            <a:extLst>
              <a:ext uri="{FF2B5EF4-FFF2-40B4-BE49-F238E27FC236}">
                <a16:creationId xmlns:a16="http://schemas.microsoft.com/office/drawing/2014/main" id="{99FAFB6C-4586-4047-A3C2-76D3257A25DD}"/>
              </a:ext>
            </a:extLst>
          </p:cNvPr>
          <p:cNvSpPr/>
          <p:nvPr/>
        </p:nvSpPr>
        <p:spPr>
          <a:xfrm>
            <a:off x="122104" y="1661652"/>
            <a:ext cx="3239221" cy="1061883"/>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p>
        </p:txBody>
      </p:sp>
      <p:pic>
        <p:nvPicPr>
          <p:cNvPr id="18" name="图片 17">
            <a:extLst>
              <a:ext uri="{FF2B5EF4-FFF2-40B4-BE49-F238E27FC236}">
                <a16:creationId xmlns:a16="http://schemas.microsoft.com/office/drawing/2014/main" id="{109F0B7D-0B3F-1549-AE0B-528DB86FA436}"/>
              </a:ext>
            </a:extLst>
          </p:cNvPr>
          <p:cNvPicPr>
            <a:picLocks noChangeAspect="1"/>
          </p:cNvPicPr>
          <p:nvPr/>
        </p:nvPicPr>
        <p:blipFill>
          <a:blip r:embed="rId4"/>
          <a:stretch>
            <a:fillRect/>
          </a:stretch>
        </p:blipFill>
        <p:spPr>
          <a:xfrm>
            <a:off x="122104" y="4005834"/>
            <a:ext cx="4376175" cy="2024412"/>
          </a:xfrm>
          <a:prstGeom prst="rect">
            <a:avLst/>
          </a:prstGeom>
        </p:spPr>
      </p:pic>
      <p:pic>
        <p:nvPicPr>
          <p:cNvPr id="19" name="图片 18">
            <a:extLst>
              <a:ext uri="{FF2B5EF4-FFF2-40B4-BE49-F238E27FC236}">
                <a16:creationId xmlns:a16="http://schemas.microsoft.com/office/drawing/2014/main" id="{C39A9DDC-CE01-5548-A557-730CFCC10F8B}"/>
              </a:ext>
            </a:extLst>
          </p:cNvPr>
          <p:cNvPicPr>
            <a:picLocks noChangeAspect="1"/>
          </p:cNvPicPr>
          <p:nvPr/>
        </p:nvPicPr>
        <p:blipFill>
          <a:blip r:embed="rId5"/>
          <a:stretch>
            <a:fillRect/>
          </a:stretch>
        </p:blipFill>
        <p:spPr>
          <a:xfrm>
            <a:off x="4498279" y="4005834"/>
            <a:ext cx="6998929" cy="2024412"/>
          </a:xfrm>
          <a:prstGeom prst="rect">
            <a:avLst/>
          </a:prstGeom>
        </p:spPr>
      </p:pic>
      <p:sp>
        <p:nvSpPr>
          <p:cNvPr id="20" name="矩形 19">
            <a:extLst>
              <a:ext uri="{FF2B5EF4-FFF2-40B4-BE49-F238E27FC236}">
                <a16:creationId xmlns:a16="http://schemas.microsoft.com/office/drawing/2014/main" id="{C797EFD7-EE60-5244-A7CB-DF439E89EE90}"/>
              </a:ext>
            </a:extLst>
          </p:cNvPr>
          <p:cNvSpPr/>
          <p:nvPr/>
        </p:nvSpPr>
        <p:spPr>
          <a:xfrm>
            <a:off x="2276480" y="4960372"/>
            <a:ext cx="1895599" cy="235976"/>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21809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phase_4</a:t>
              </a:r>
              <a:endParaRPr kumimoji="1" lang="zh-CN" altLang="en-US" sz="2400" b="1" dirty="0">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E7C4F89B-4992-724D-AB1E-8FF5FB5A7BE8}"/>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33</a:t>
            </a:fld>
            <a:endParaRPr kumimoji="1" lang="zh-CN" altLang="en-US" dirty="0">
              <a:latin typeface="Times New Roman" panose="02020603050405020304" pitchFamily="18" charset="0"/>
              <a:cs typeface="Times New Roman" panose="02020603050405020304" pitchFamily="18" charset="0"/>
            </a:endParaRPr>
          </a:p>
        </p:txBody>
      </p:sp>
      <p:grpSp>
        <p:nvGrpSpPr>
          <p:cNvPr id="15" name="组合 14">
            <a:extLst>
              <a:ext uri="{FF2B5EF4-FFF2-40B4-BE49-F238E27FC236}">
                <a16:creationId xmlns:a16="http://schemas.microsoft.com/office/drawing/2014/main" id="{8BB90C6E-DB65-DA4C-A1D9-44D613E99FD0}"/>
              </a:ext>
            </a:extLst>
          </p:cNvPr>
          <p:cNvGrpSpPr/>
          <p:nvPr/>
        </p:nvGrpSpPr>
        <p:grpSpPr>
          <a:xfrm>
            <a:off x="1" y="0"/>
            <a:ext cx="3411794" cy="3775587"/>
            <a:chOff x="4911383" y="0"/>
            <a:chExt cx="5237317" cy="5575335"/>
          </a:xfrm>
        </p:grpSpPr>
        <p:pic>
          <p:nvPicPr>
            <p:cNvPr id="3" name="图片 2">
              <a:extLst>
                <a:ext uri="{FF2B5EF4-FFF2-40B4-BE49-F238E27FC236}">
                  <a16:creationId xmlns:a16="http://schemas.microsoft.com/office/drawing/2014/main" id="{AEFAD281-6C26-0A43-836E-BE5F0088E983}"/>
                </a:ext>
              </a:extLst>
            </p:cNvPr>
            <p:cNvPicPr>
              <a:picLocks noChangeAspect="1"/>
            </p:cNvPicPr>
            <p:nvPr/>
          </p:nvPicPr>
          <p:blipFill>
            <a:blip r:embed="rId2"/>
            <a:stretch>
              <a:fillRect/>
            </a:stretch>
          </p:blipFill>
          <p:spPr>
            <a:xfrm>
              <a:off x="4911384" y="0"/>
              <a:ext cx="5237316" cy="4444181"/>
            </a:xfrm>
            <a:prstGeom prst="rect">
              <a:avLst/>
            </a:prstGeom>
          </p:spPr>
        </p:pic>
        <p:pic>
          <p:nvPicPr>
            <p:cNvPr id="4" name="图片 3">
              <a:extLst>
                <a:ext uri="{FF2B5EF4-FFF2-40B4-BE49-F238E27FC236}">
                  <a16:creationId xmlns:a16="http://schemas.microsoft.com/office/drawing/2014/main" id="{C32FBA84-77C7-144C-8C78-213156283159}"/>
                </a:ext>
              </a:extLst>
            </p:cNvPr>
            <p:cNvPicPr>
              <a:picLocks noChangeAspect="1"/>
            </p:cNvPicPr>
            <p:nvPr/>
          </p:nvPicPr>
          <p:blipFill>
            <a:blip r:embed="rId3"/>
            <a:stretch>
              <a:fillRect/>
            </a:stretch>
          </p:blipFill>
          <p:spPr>
            <a:xfrm>
              <a:off x="4911383" y="4444180"/>
              <a:ext cx="5237315" cy="1131155"/>
            </a:xfrm>
            <a:prstGeom prst="rect">
              <a:avLst/>
            </a:prstGeom>
          </p:spPr>
        </p:pic>
      </p:grpSp>
      <p:sp>
        <p:nvSpPr>
          <p:cNvPr id="16" name="矩形 15">
            <a:extLst>
              <a:ext uri="{FF2B5EF4-FFF2-40B4-BE49-F238E27FC236}">
                <a16:creationId xmlns:a16="http://schemas.microsoft.com/office/drawing/2014/main" id="{99FAFB6C-4586-4047-A3C2-76D3257A25DD}"/>
              </a:ext>
            </a:extLst>
          </p:cNvPr>
          <p:cNvSpPr/>
          <p:nvPr/>
        </p:nvSpPr>
        <p:spPr>
          <a:xfrm>
            <a:off x="122104" y="1661652"/>
            <a:ext cx="3239221" cy="1061883"/>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p>
        </p:txBody>
      </p:sp>
      <p:pic>
        <p:nvPicPr>
          <p:cNvPr id="2" name="图片 1">
            <a:extLst>
              <a:ext uri="{FF2B5EF4-FFF2-40B4-BE49-F238E27FC236}">
                <a16:creationId xmlns:a16="http://schemas.microsoft.com/office/drawing/2014/main" id="{BC8627A5-AF21-444E-BF95-5AF99222D3EE}"/>
              </a:ext>
            </a:extLst>
          </p:cNvPr>
          <p:cNvPicPr>
            <a:picLocks noChangeAspect="1"/>
          </p:cNvPicPr>
          <p:nvPr/>
        </p:nvPicPr>
        <p:blipFill>
          <a:blip r:embed="rId4"/>
          <a:stretch>
            <a:fillRect/>
          </a:stretch>
        </p:blipFill>
        <p:spPr>
          <a:xfrm>
            <a:off x="4476388" y="308717"/>
            <a:ext cx="7670563" cy="4221274"/>
          </a:xfrm>
          <a:prstGeom prst="rect">
            <a:avLst/>
          </a:prstGeom>
        </p:spPr>
      </p:pic>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72E75AB2-8F4E-504C-B46C-A9C6C3C164E3}"/>
                  </a:ext>
                </a:extLst>
              </p:cNvPr>
              <p:cNvSpPr txBox="1"/>
              <p:nvPr/>
            </p:nvSpPr>
            <p:spPr>
              <a:xfrm>
                <a:off x="4895060" y="4596715"/>
                <a:ext cx="7022756" cy="1661993"/>
              </a:xfrm>
              <a:prstGeom prst="rect">
                <a:avLst/>
              </a:prstGeom>
              <a:noFill/>
            </p:spPr>
            <p:txBody>
              <a:bodyPr wrap="none" lIns="0" tIns="0" rIns="0" bIns="0" rtlCol="0">
                <a:spAutoFit/>
              </a:bodyPr>
              <a:lstStyle/>
              <a:p>
                <a:pPr>
                  <a:lnSpc>
                    <a:spcPct val="150000"/>
                  </a:lnSpc>
                </a:pPr>
                <a14:m>
                  <m:oMathPara xmlns:m="http://schemas.openxmlformats.org/officeDocument/2006/math">
                    <m:oMathParaPr>
                      <m:jc m:val="left"/>
                    </m:oMathParaPr>
                    <m:oMath xmlns:m="http://schemas.openxmlformats.org/officeDocument/2006/math">
                      <m:r>
                        <a:rPr kumimoji="1" lang="en-US" altLang="zh-CN" sz="2400" b="0" i="1" smtClean="0">
                          <a:latin typeface="Cambria Math" panose="02040503050406030204" pitchFamily="18" charset="0"/>
                        </a:rPr>
                        <m:t>𝑓𝑢𝑛𝑐</m:t>
                      </m:r>
                      <m:r>
                        <a:rPr kumimoji="1" lang="en-US" altLang="zh-CN" sz="2400" b="0" i="1" smtClean="0">
                          <a:latin typeface="Cambria Math" panose="02040503050406030204" pitchFamily="18" charset="0"/>
                        </a:rPr>
                        <m:t>4</m:t>
                      </m:r>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𝑥</m:t>
                          </m:r>
                        </m:e>
                      </m:d>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𝑓𝑢𝑛𝑐</m:t>
                      </m:r>
                      <m:r>
                        <a:rPr kumimoji="1" lang="en-US" altLang="zh-CN" sz="2400" b="0" i="1" smtClean="0">
                          <a:latin typeface="Cambria Math" panose="02040503050406030204" pitchFamily="18" charset="0"/>
                        </a:rPr>
                        <m:t>4</m:t>
                      </m:r>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𝑥</m:t>
                          </m:r>
                          <m:r>
                            <a:rPr kumimoji="1" lang="en-US" altLang="zh-CN" sz="2400" b="0" i="1" smtClean="0">
                              <a:latin typeface="Cambria Math" panose="02040503050406030204" pitchFamily="18" charset="0"/>
                            </a:rPr>
                            <m:t>−2</m:t>
                          </m:r>
                        </m:e>
                      </m:d>
                      <m:r>
                        <a:rPr kumimoji="1" lang="en-US" altLang="zh-CN" sz="2400" b="0" i="1" smtClean="0">
                          <a:latin typeface="Cambria Math" panose="02040503050406030204" pitchFamily="18" charset="0"/>
                        </a:rPr>
                        <m:t>+2∗</m:t>
                      </m:r>
                      <m:r>
                        <a:rPr kumimoji="1" lang="en-US" altLang="zh-CN" sz="2400" b="0" i="1" smtClean="0">
                          <a:latin typeface="Cambria Math" panose="02040503050406030204" pitchFamily="18" charset="0"/>
                        </a:rPr>
                        <m:t>𝑓𝑢𝑛𝑐</m:t>
                      </m:r>
                      <m:r>
                        <a:rPr kumimoji="1" lang="en-US" altLang="zh-CN" sz="2400" b="0" i="1" smtClean="0">
                          <a:latin typeface="Cambria Math" panose="02040503050406030204" pitchFamily="18" charset="0"/>
                        </a:rPr>
                        <m:t>4</m:t>
                      </m:r>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𝑥</m:t>
                          </m:r>
                          <m:r>
                            <a:rPr kumimoji="1" lang="en-US" altLang="zh-CN" sz="2400" b="0" i="1" smtClean="0">
                              <a:latin typeface="Cambria Math" panose="02040503050406030204" pitchFamily="18" charset="0"/>
                            </a:rPr>
                            <m:t>−1</m:t>
                          </m:r>
                        </m:e>
                      </m:d>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𝑥</m:t>
                      </m:r>
                      <m:r>
                        <a:rPr kumimoji="1" lang="en-US" altLang="zh-CN" sz="2400" b="0" i="1" smtClean="0">
                          <a:latin typeface="Cambria Math" panose="02040503050406030204" pitchFamily="18" charset="0"/>
                        </a:rPr>
                        <m:t>≥2</m:t>
                      </m:r>
                    </m:oMath>
                  </m:oMathPara>
                </a14:m>
                <a:endParaRPr kumimoji="1" lang="en-US" altLang="zh-CN" sz="2400" b="0" dirty="0"/>
              </a:p>
              <a:p>
                <a:pPr>
                  <a:lnSpc>
                    <a:spcPct val="150000"/>
                  </a:lnSpc>
                </a:pPr>
                <a14:m>
                  <m:oMathPara xmlns:m="http://schemas.openxmlformats.org/officeDocument/2006/math">
                    <m:oMathParaPr>
                      <m:jc m:val="left"/>
                    </m:oMathParaPr>
                    <m:oMath xmlns:m="http://schemas.openxmlformats.org/officeDocument/2006/math">
                      <m:r>
                        <a:rPr kumimoji="1" lang="en-US" altLang="zh-CN" sz="2400" b="0" i="1" smtClean="0">
                          <a:latin typeface="Cambria Math" panose="02040503050406030204" pitchFamily="18" charset="0"/>
                        </a:rPr>
                        <m:t>𝑓𝑢𝑛𝑐</m:t>
                      </m:r>
                      <m:r>
                        <a:rPr kumimoji="1" lang="en-US" altLang="zh-CN" sz="2400" b="0" i="1" smtClean="0">
                          <a:latin typeface="Cambria Math" panose="02040503050406030204" pitchFamily="18" charset="0"/>
                        </a:rPr>
                        <m:t>4</m:t>
                      </m:r>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0</m:t>
                          </m:r>
                        </m:e>
                      </m:d>
                      <m:r>
                        <a:rPr kumimoji="1" lang="en-US" altLang="zh-CN" sz="2400" b="0" i="1" smtClean="0">
                          <a:latin typeface="Cambria Math" panose="02040503050406030204" pitchFamily="18" charset="0"/>
                        </a:rPr>
                        <m:t>=0,</m:t>
                      </m:r>
                      <m:r>
                        <a:rPr kumimoji="1" lang="en-US" altLang="zh-CN" sz="2400" b="0" i="1" smtClean="0">
                          <a:latin typeface="Cambria Math" panose="02040503050406030204" pitchFamily="18" charset="0"/>
                        </a:rPr>
                        <m:t>𝑓𝑢𝑛𝑐</m:t>
                      </m:r>
                      <m:r>
                        <a:rPr kumimoji="1" lang="en-US" altLang="zh-CN" sz="2400" b="0" i="1" smtClean="0">
                          <a:latin typeface="Cambria Math" panose="02040503050406030204" pitchFamily="18" charset="0"/>
                        </a:rPr>
                        <m:t>4</m:t>
                      </m:r>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1</m:t>
                          </m:r>
                        </m:e>
                      </m:d>
                      <m:r>
                        <a:rPr kumimoji="1" lang="en-US" altLang="zh-CN" sz="2400" b="0" i="1" smtClean="0">
                          <a:latin typeface="Cambria Math" panose="02040503050406030204" pitchFamily="18" charset="0"/>
                        </a:rPr>
                        <m:t>=1</m:t>
                      </m:r>
                    </m:oMath>
                  </m:oMathPara>
                </a14:m>
                <a:endParaRPr kumimoji="1" lang="en-US" altLang="zh-CN" sz="2400" dirty="0"/>
              </a:p>
              <a:p>
                <a:pPr>
                  <a:lnSpc>
                    <a:spcPct val="150000"/>
                  </a:lnSpc>
                </a:pPr>
                <a14:m>
                  <m:oMathPara xmlns:m="http://schemas.openxmlformats.org/officeDocument/2006/math">
                    <m:oMathParaPr>
                      <m:jc m:val="left"/>
                    </m:oMathParaPr>
                    <m:oMath xmlns:m="http://schemas.openxmlformats.org/officeDocument/2006/math">
                      <m:r>
                        <a:rPr kumimoji="1" lang="en-US" altLang="zh-CN" sz="2400" b="0" i="1" smtClean="0">
                          <a:latin typeface="Cambria Math" panose="02040503050406030204" pitchFamily="18" charset="0"/>
                        </a:rPr>
                        <m:t>𝑓𝑢𝑛𝑐</m:t>
                      </m:r>
                      <m:r>
                        <a:rPr kumimoji="1" lang="en-US" altLang="zh-CN" sz="2400" b="0" i="1" smtClean="0">
                          <a:latin typeface="Cambria Math" panose="02040503050406030204" pitchFamily="18" charset="0"/>
                        </a:rPr>
                        <m:t>4</m:t>
                      </m:r>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2</m:t>
                          </m:r>
                        </m:e>
                      </m:d>
                      <m:r>
                        <a:rPr kumimoji="1" lang="en-US" altLang="zh-CN" sz="2400" b="0" i="1" smtClean="0">
                          <a:latin typeface="Cambria Math" panose="02040503050406030204" pitchFamily="18" charset="0"/>
                        </a:rPr>
                        <m:t>=2,</m:t>
                      </m:r>
                      <m:r>
                        <a:rPr kumimoji="1" lang="en-US" altLang="zh-CN" sz="2400" b="0" i="1" smtClean="0">
                          <a:latin typeface="Cambria Math" panose="02040503050406030204" pitchFamily="18" charset="0"/>
                        </a:rPr>
                        <m:t>𝑓𝑢𝑛𝑐</m:t>
                      </m:r>
                      <m:r>
                        <a:rPr kumimoji="1" lang="en-US" altLang="zh-CN" sz="2400" b="0" i="1" smtClean="0">
                          <a:latin typeface="Cambria Math" panose="02040503050406030204" pitchFamily="18" charset="0"/>
                        </a:rPr>
                        <m:t>4</m:t>
                      </m:r>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3</m:t>
                          </m:r>
                        </m:e>
                      </m:d>
                      <m:r>
                        <a:rPr kumimoji="1" lang="en-US" altLang="zh-CN" sz="2400" b="0" i="1" smtClean="0">
                          <a:latin typeface="Cambria Math" panose="02040503050406030204" pitchFamily="18" charset="0"/>
                        </a:rPr>
                        <m:t>=5</m:t>
                      </m:r>
                    </m:oMath>
                  </m:oMathPara>
                </a14:m>
                <a:endParaRPr kumimoji="1" lang="en-US" altLang="zh-CN" sz="2400" dirty="0"/>
              </a:p>
            </p:txBody>
          </p:sp>
        </mc:Choice>
        <mc:Fallback xmlns="">
          <p:sp>
            <p:nvSpPr>
              <p:cNvPr id="14" name="文本框 13">
                <a:extLst>
                  <a:ext uri="{FF2B5EF4-FFF2-40B4-BE49-F238E27FC236}">
                    <a16:creationId xmlns:a16="http://schemas.microsoft.com/office/drawing/2014/main" id="{72E75AB2-8F4E-504C-B46C-A9C6C3C164E3}"/>
                  </a:ext>
                </a:extLst>
              </p:cNvPr>
              <p:cNvSpPr txBox="1">
                <a:spLocks noRot="1" noChangeAspect="1" noMove="1" noResize="1" noEditPoints="1" noAdjustHandles="1" noChangeArrowheads="1" noChangeShapeType="1" noTextEdit="1"/>
              </p:cNvSpPr>
              <p:nvPr/>
            </p:nvSpPr>
            <p:spPr>
              <a:xfrm>
                <a:off x="4895060" y="4596715"/>
                <a:ext cx="7022756" cy="1661993"/>
              </a:xfrm>
              <a:prstGeom prst="rect">
                <a:avLst/>
              </a:prstGeom>
              <a:blipFill>
                <a:blip r:embed="rId5"/>
                <a:stretch>
                  <a:fillRect l="-1986" b="-3788"/>
                </a:stretch>
              </a:blipFill>
            </p:spPr>
            <p:txBody>
              <a:bodyPr/>
              <a:lstStyle/>
              <a:p>
                <a:r>
                  <a:rPr lang="zh-CN" altLang="en-US">
                    <a:noFill/>
                  </a:rPr>
                  <a:t> </a:t>
                </a:r>
              </a:p>
            </p:txBody>
          </p:sp>
        </mc:Fallback>
      </mc:AlternateContent>
      <p:sp>
        <p:nvSpPr>
          <p:cNvPr id="17" name="矩形 16">
            <a:extLst>
              <a:ext uri="{FF2B5EF4-FFF2-40B4-BE49-F238E27FC236}">
                <a16:creationId xmlns:a16="http://schemas.microsoft.com/office/drawing/2014/main" id="{B6D5118B-C2D0-D746-BC07-F1B62D400A13}"/>
              </a:ext>
            </a:extLst>
          </p:cNvPr>
          <p:cNvSpPr/>
          <p:nvPr/>
        </p:nvSpPr>
        <p:spPr>
          <a:xfrm>
            <a:off x="6966857" y="1391264"/>
            <a:ext cx="2064774" cy="1740310"/>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31273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phase_4</a:t>
              </a:r>
              <a:endParaRPr kumimoji="1" lang="zh-CN" altLang="en-US" sz="2400" b="1" dirty="0">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E7C4F89B-4992-724D-AB1E-8FF5FB5A7BE8}"/>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34</a:t>
            </a:fld>
            <a:endParaRPr kumimoji="1" lang="zh-CN" altLang="en-US" dirty="0">
              <a:latin typeface="Times New Roman" panose="02020603050405020304" pitchFamily="18" charset="0"/>
              <a:cs typeface="Times New Roman" panose="02020603050405020304" pitchFamily="18" charset="0"/>
            </a:endParaRPr>
          </a:p>
        </p:txBody>
      </p:sp>
      <p:grpSp>
        <p:nvGrpSpPr>
          <p:cNvPr id="15" name="组合 14">
            <a:extLst>
              <a:ext uri="{FF2B5EF4-FFF2-40B4-BE49-F238E27FC236}">
                <a16:creationId xmlns:a16="http://schemas.microsoft.com/office/drawing/2014/main" id="{8BB90C6E-DB65-DA4C-A1D9-44D613E99FD0}"/>
              </a:ext>
            </a:extLst>
          </p:cNvPr>
          <p:cNvGrpSpPr/>
          <p:nvPr/>
        </p:nvGrpSpPr>
        <p:grpSpPr>
          <a:xfrm>
            <a:off x="1" y="0"/>
            <a:ext cx="3411794" cy="3775587"/>
            <a:chOff x="4911383" y="0"/>
            <a:chExt cx="5237317" cy="5575335"/>
          </a:xfrm>
        </p:grpSpPr>
        <p:pic>
          <p:nvPicPr>
            <p:cNvPr id="3" name="图片 2">
              <a:extLst>
                <a:ext uri="{FF2B5EF4-FFF2-40B4-BE49-F238E27FC236}">
                  <a16:creationId xmlns:a16="http://schemas.microsoft.com/office/drawing/2014/main" id="{AEFAD281-6C26-0A43-836E-BE5F0088E983}"/>
                </a:ext>
              </a:extLst>
            </p:cNvPr>
            <p:cNvPicPr>
              <a:picLocks noChangeAspect="1"/>
            </p:cNvPicPr>
            <p:nvPr/>
          </p:nvPicPr>
          <p:blipFill>
            <a:blip r:embed="rId2"/>
            <a:stretch>
              <a:fillRect/>
            </a:stretch>
          </p:blipFill>
          <p:spPr>
            <a:xfrm>
              <a:off x="4911384" y="0"/>
              <a:ext cx="5237316" cy="4444181"/>
            </a:xfrm>
            <a:prstGeom prst="rect">
              <a:avLst/>
            </a:prstGeom>
          </p:spPr>
        </p:pic>
        <p:pic>
          <p:nvPicPr>
            <p:cNvPr id="4" name="图片 3">
              <a:extLst>
                <a:ext uri="{FF2B5EF4-FFF2-40B4-BE49-F238E27FC236}">
                  <a16:creationId xmlns:a16="http://schemas.microsoft.com/office/drawing/2014/main" id="{C32FBA84-77C7-144C-8C78-213156283159}"/>
                </a:ext>
              </a:extLst>
            </p:cNvPr>
            <p:cNvPicPr>
              <a:picLocks noChangeAspect="1"/>
            </p:cNvPicPr>
            <p:nvPr/>
          </p:nvPicPr>
          <p:blipFill>
            <a:blip r:embed="rId3"/>
            <a:stretch>
              <a:fillRect/>
            </a:stretch>
          </p:blipFill>
          <p:spPr>
            <a:xfrm>
              <a:off x="4911383" y="4444180"/>
              <a:ext cx="5237315" cy="1131155"/>
            </a:xfrm>
            <a:prstGeom prst="rect">
              <a:avLst/>
            </a:prstGeom>
          </p:spPr>
        </p:pic>
      </p:grpSp>
      <p:sp>
        <p:nvSpPr>
          <p:cNvPr id="16" name="矩形 15">
            <a:extLst>
              <a:ext uri="{FF2B5EF4-FFF2-40B4-BE49-F238E27FC236}">
                <a16:creationId xmlns:a16="http://schemas.microsoft.com/office/drawing/2014/main" id="{99FAFB6C-4586-4047-A3C2-76D3257A25DD}"/>
              </a:ext>
            </a:extLst>
          </p:cNvPr>
          <p:cNvSpPr/>
          <p:nvPr/>
        </p:nvSpPr>
        <p:spPr>
          <a:xfrm>
            <a:off x="122104" y="1661652"/>
            <a:ext cx="3239221" cy="1061883"/>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BF984A29-68CE-A749-ADC6-C449EB862314}"/>
                  </a:ext>
                </a:extLst>
              </p:cNvPr>
              <p:cNvSpPr txBox="1"/>
              <p:nvPr/>
            </p:nvSpPr>
            <p:spPr>
              <a:xfrm>
                <a:off x="4298386" y="765815"/>
                <a:ext cx="7014741" cy="2703625"/>
              </a:xfrm>
              <a:prstGeom prst="rect">
                <a:avLst/>
              </a:prstGeom>
              <a:noFill/>
            </p:spPr>
            <p:txBody>
              <a:bodyPr wrap="none" lIns="0" tIns="0" rIns="0" bIns="0" rtlCol="0">
                <a:spAutoFit/>
              </a:bodyPr>
              <a:lstStyle/>
              <a:p>
                <a:pPr>
                  <a:lnSpc>
                    <a:spcPct val="150000"/>
                  </a:lnSpc>
                </a:pPr>
                <a14:m>
                  <m:oMathPara xmlns:m="http://schemas.openxmlformats.org/officeDocument/2006/math">
                    <m:oMathParaPr>
                      <m:jc m:val="left"/>
                    </m:oMathParaPr>
                    <m:oMath xmlns:m="http://schemas.openxmlformats.org/officeDocument/2006/math">
                      <m:r>
                        <a:rPr kumimoji="1" lang="en-US" altLang="zh-CN" sz="2400" b="0" i="1" smtClean="0">
                          <a:latin typeface="Cambria Math" panose="02040503050406030204" pitchFamily="18" charset="0"/>
                        </a:rPr>
                        <m:t>𝑓𝑢𝑛𝑐</m:t>
                      </m:r>
                      <m:r>
                        <a:rPr kumimoji="1" lang="en-US" altLang="zh-CN" sz="2400" b="0" i="1" smtClean="0">
                          <a:latin typeface="Cambria Math" panose="02040503050406030204" pitchFamily="18" charset="0"/>
                        </a:rPr>
                        <m:t>4</m:t>
                      </m:r>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𝑥</m:t>
                          </m:r>
                        </m:e>
                      </m:d>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𝑓𝑢𝑛𝑐</m:t>
                      </m:r>
                      <m:r>
                        <a:rPr kumimoji="1" lang="en-US" altLang="zh-CN" sz="2400" b="0" i="1" smtClean="0">
                          <a:latin typeface="Cambria Math" panose="02040503050406030204" pitchFamily="18" charset="0"/>
                        </a:rPr>
                        <m:t>4</m:t>
                      </m:r>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𝑥</m:t>
                          </m:r>
                          <m:r>
                            <a:rPr kumimoji="1" lang="en-US" altLang="zh-CN" sz="2400" b="0" i="1" smtClean="0">
                              <a:latin typeface="Cambria Math" panose="02040503050406030204" pitchFamily="18" charset="0"/>
                            </a:rPr>
                            <m:t>−2</m:t>
                          </m:r>
                        </m:e>
                      </m:d>
                      <m:r>
                        <a:rPr kumimoji="1" lang="en-US" altLang="zh-CN" sz="2400" b="0" i="1" smtClean="0">
                          <a:latin typeface="Cambria Math" panose="02040503050406030204" pitchFamily="18" charset="0"/>
                        </a:rPr>
                        <m:t>+2∗</m:t>
                      </m:r>
                      <m:r>
                        <a:rPr kumimoji="1" lang="en-US" altLang="zh-CN" sz="2400" b="0" i="1" smtClean="0">
                          <a:latin typeface="Cambria Math" panose="02040503050406030204" pitchFamily="18" charset="0"/>
                        </a:rPr>
                        <m:t>𝑓𝑢𝑛𝑐</m:t>
                      </m:r>
                      <m:r>
                        <a:rPr kumimoji="1" lang="en-US" altLang="zh-CN" sz="2400" b="0" i="1" smtClean="0">
                          <a:latin typeface="Cambria Math" panose="02040503050406030204" pitchFamily="18" charset="0"/>
                        </a:rPr>
                        <m:t>4</m:t>
                      </m:r>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𝑥</m:t>
                          </m:r>
                          <m:r>
                            <a:rPr kumimoji="1" lang="en-US" altLang="zh-CN" sz="2400" b="0" i="1" smtClean="0">
                              <a:latin typeface="Cambria Math" panose="02040503050406030204" pitchFamily="18" charset="0"/>
                            </a:rPr>
                            <m:t>−1</m:t>
                          </m:r>
                        </m:e>
                      </m:d>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𝑥</m:t>
                      </m:r>
                      <m:r>
                        <a:rPr kumimoji="1" lang="en-US" altLang="zh-CN" sz="2400" b="0" i="1" smtClean="0">
                          <a:latin typeface="Cambria Math" panose="02040503050406030204" pitchFamily="18" charset="0"/>
                        </a:rPr>
                        <m:t>≥2</m:t>
                      </m:r>
                    </m:oMath>
                  </m:oMathPara>
                </a14:m>
                <a:endParaRPr kumimoji="1" lang="en-US" altLang="zh-CN" sz="2400" b="0" dirty="0">
                  <a:latin typeface="Times New Roman" panose="02020603050405020304" pitchFamily="18" charset="0"/>
                  <a:cs typeface="Times New Roman" panose="02020603050405020304" pitchFamily="18" charset="0"/>
                </a:endParaRPr>
              </a:p>
              <a:p>
                <a:pPr>
                  <a:lnSpc>
                    <a:spcPct val="150000"/>
                  </a:lnSpc>
                </a:pPr>
                <a14:m>
                  <m:oMathPara xmlns:m="http://schemas.openxmlformats.org/officeDocument/2006/math">
                    <m:oMathParaPr>
                      <m:jc m:val="left"/>
                    </m:oMathParaPr>
                    <m:oMath xmlns:m="http://schemas.openxmlformats.org/officeDocument/2006/math">
                      <m:r>
                        <a:rPr kumimoji="1" lang="en-US" altLang="zh-CN" sz="2400" b="0" i="1" smtClean="0">
                          <a:latin typeface="Cambria Math" panose="02040503050406030204" pitchFamily="18" charset="0"/>
                        </a:rPr>
                        <m:t>𝑓𝑢𝑛𝑐</m:t>
                      </m:r>
                      <m:r>
                        <a:rPr kumimoji="1" lang="en-US" altLang="zh-CN" sz="2400" b="0" i="1" smtClean="0">
                          <a:latin typeface="Cambria Math" panose="02040503050406030204" pitchFamily="18" charset="0"/>
                        </a:rPr>
                        <m:t>4</m:t>
                      </m:r>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0</m:t>
                          </m:r>
                        </m:e>
                      </m:d>
                      <m:r>
                        <a:rPr kumimoji="1" lang="en-US" altLang="zh-CN" sz="2400" b="0" i="1" smtClean="0">
                          <a:latin typeface="Cambria Math" panose="02040503050406030204" pitchFamily="18" charset="0"/>
                        </a:rPr>
                        <m:t>=0,</m:t>
                      </m:r>
                      <m:r>
                        <a:rPr kumimoji="1" lang="en-US" altLang="zh-CN" sz="2400" b="0" i="1" smtClean="0">
                          <a:latin typeface="Cambria Math" panose="02040503050406030204" pitchFamily="18" charset="0"/>
                        </a:rPr>
                        <m:t>𝑓𝑢𝑛𝑐</m:t>
                      </m:r>
                      <m:r>
                        <a:rPr kumimoji="1" lang="en-US" altLang="zh-CN" sz="2400" b="0" i="1" smtClean="0">
                          <a:latin typeface="Cambria Math" panose="02040503050406030204" pitchFamily="18" charset="0"/>
                        </a:rPr>
                        <m:t>4</m:t>
                      </m:r>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1</m:t>
                          </m:r>
                        </m:e>
                      </m:d>
                      <m:r>
                        <a:rPr kumimoji="1" lang="en-US" altLang="zh-CN" sz="2400" b="0" i="1" smtClean="0">
                          <a:latin typeface="Cambria Math" panose="02040503050406030204" pitchFamily="18" charset="0"/>
                        </a:rPr>
                        <m:t>=1</m:t>
                      </m:r>
                    </m:oMath>
                  </m:oMathPara>
                </a14:m>
                <a:endParaRPr kumimoji="1" lang="en-US" altLang="zh-CN" sz="2400" dirty="0">
                  <a:latin typeface="Times New Roman" panose="02020603050405020304" pitchFamily="18" charset="0"/>
                  <a:cs typeface="Times New Roman" panose="02020603050405020304" pitchFamily="18" charset="0"/>
                </a:endParaRPr>
              </a:p>
              <a:p>
                <a:pPr>
                  <a:lnSpc>
                    <a:spcPct val="150000"/>
                  </a:lnSpc>
                </a:pPr>
                <a14:m>
                  <m:oMathPara xmlns:m="http://schemas.openxmlformats.org/officeDocument/2006/math">
                    <m:oMathParaPr>
                      <m:jc m:val="left"/>
                    </m:oMathParaPr>
                    <m:oMath xmlns:m="http://schemas.openxmlformats.org/officeDocument/2006/math">
                      <m:r>
                        <a:rPr kumimoji="1" lang="en-US" altLang="zh-CN" sz="2400" b="0" i="1" smtClean="0">
                          <a:latin typeface="Cambria Math" panose="02040503050406030204" pitchFamily="18" charset="0"/>
                        </a:rPr>
                        <m:t>𝑓𝑢𝑛𝑐</m:t>
                      </m:r>
                      <m:r>
                        <a:rPr kumimoji="1" lang="en-US" altLang="zh-CN" sz="2400" b="0" i="1" smtClean="0">
                          <a:latin typeface="Cambria Math" panose="02040503050406030204" pitchFamily="18" charset="0"/>
                        </a:rPr>
                        <m:t>4</m:t>
                      </m:r>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2</m:t>
                          </m:r>
                        </m:e>
                      </m:d>
                      <m:r>
                        <a:rPr kumimoji="1" lang="en-US" altLang="zh-CN" sz="2400" b="0" i="1" smtClean="0">
                          <a:latin typeface="Cambria Math" panose="02040503050406030204" pitchFamily="18" charset="0"/>
                        </a:rPr>
                        <m:t>=2,</m:t>
                      </m:r>
                      <m:r>
                        <a:rPr kumimoji="1" lang="en-US" altLang="zh-CN" sz="2400" b="0" i="1" smtClean="0">
                          <a:latin typeface="Cambria Math" panose="02040503050406030204" pitchFamily="18" charset="0"/>
                        </a:rPr>
                        <m:t>𝑓𝑢𝑛𝑐</m:t>
                      </m:r>
                      <m:r>
                        <a:rPr kumimoji="1" lang="en-US" altLang="zh-CN" sz="2400" b="0" i="1" smtClean="0">
                          <a:latin typeface="Cambria Math" panose="02040503050406030204" pitchFamily="18" charset="0"/>
                        </a:rPr>
                        <m:t>4</m:t>
                      </m:r>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3</m:t>
                          </m:r>
                        </m:e>
                      </m:d>
                      <m:r>
                        <a:rPr kumimoji="1" lang="en-US" altLang="zh-CN" sz="2400" b="0" i="1" smtClean="0">
                          <a:latin typeface="Cambria Math" panose="02040503050406030204" pitchFamily="18" charset="0"/>
                        </a:rPr>
                        <m:t>=5</m:t>
                      </m:r>
                    </m:oMath>
                  </m:oMathPara>
                </a14:m>
                <a:endParaRPr kumimoji="1" lang="en-US" altLang="zh-CN" sz="2400" dirty="0">
                  <a:latin typeface="Times New Roman" panose="02020603050405020304" pitchFamily="18" charset="0"/>
                  <a:cs typeface="Times New Roman" panose="02020603050405020304" pitchFamily="18" charset="0"/>
                </a:endParaRPr>
              </a:p>
              <a:p>
                <a:pPr>
                  <a:lnSpc>
                    <a:spcPct val="150000"/>
                  </a:lnSpc>
                </a:pPr>
                <a:r>
                  <a:rPr kumimoji="1" lang="zh-CN" altLang="en-US" sz="2400" dirty="0">
                    <a:latin typeface="Times New Roman" panose="02020603050405020304" pitchFamily="18" charset="0"/>
                    <a:cs typeface="Times New Roman" panose="02020603050405020304" pitchFamily="18" charset="0"/>
                  </a:rPr>
                  <a:t>输入的第二个数</a:t>
                </a:r>
                <a:r>
                  <a:rPr kumimoji="1" lang="en-US" altLang="zh-CN" sz="2400" dirty="0">
                    <a:latin typeface="Times New Roman" panose="02020603050405020304" pitchFamily="18" charset="0"/>
                    <a:cs typeface="Times New Roman" panose="02020603050405020304" pitchFamily="18" charset="0"/>
                  </a:rPr>
                  <a:t>=0+1+2+5=8</a:t>
                </a:r>
              </a:p>
              <a:p>
                <a:pPr>
                  <a:lnSpc>
                    <a:spcPct val="150000"/>
                  </a:lnSpc>
                </a:pPr>
                <a:r>
                  <a:rPr kumimoji="1" lang="zh-CN" altLang="en-US" sz="2400" dirty="0">
                    <a:latin typeface="Times New Roman" panose="02020603050405020304" pitchFamily="18" charset="0"/>
                    <a:cs typeface="Times New Roman" panose="02020603050405020304" pitchFamily="18" charset="0"/>
                  </a:rPr>
                  <a:t>答案：</a:t>
                </a:r>
                <a:r>
                  <a:rPr kumimoji="1" lang="en-US" altLang="zh-CN" sz="2400" dirty="0">
                    <a:latin typeface="Times New Roman" panose="02020603050405020304" pitchFamily="18" charset="0"/>
                    <a:cs typeface="Times New Roman" panose="02020603050405020304" pitchFamily="18" charset="0"/>
                  </a:rPr>
                  <a:t>4</a:t>
                </a:r>
                <a:r>
                  <a:rPr kumimoji="1" lang="zh-CN" altLang="en-US" sz="2400" dirty="0">
                    <a:latin typeface="Times New Roman" panose="02020603050405020304" pitchFamily="18" charset="0"/>
                    <a:cs typeface="Times New Roman" panose="02020603050405020304" pitchFamily="18" charset="0"/>
                  </a:rPr>
                  <a:t> </a:t>
                </a:r>
                <a:r>
                  <a:rPr kumimoji="1" lang="en-US" altLang="zh-CN" sz="2400" dirty="0">
                    <a:latin typeface="Times New Roman" panose="02020603050405020304" pitchFamily="18" charset="0"/>
                    <a:cs typeface="Times New Roman" panose="02020603050405020304" pitchFamily="18" charset="0"/>
                  </a:rPr>
                  <a:t>8</a:t>
                </a:r>
              </a:p>
            </p:txBody>
          </p:sp>
        </mc:Choice>
        <mc:Fallback xmlns="">
          <p:sp>
            <p:nvSpPr>
              <p:cNvPr id="19" name="文本框 18">
                <a:extLst>
                  <a:ext uri="{FF2B5EF4-FFF2-40B4-BE49-F238E27FC236}">
                    <a16:creationId xmlns:a16="http://schemas.microsoft.com/office/drawing/2014/main" id="{BF984A29-68CE-A749-ADC6-C449EB862314}"/>
                  </a:ext>
                </a:extLst>
              </p:cNvPr>
              <p:cNvSpPr txBox="1">
                <a:spLocks noRot="1" noChangeAspect="1" noMove="1" noResize="1" noEditPoints="1" noAdjustHandles="1" noChangeArrowheads="1" noChangeShapeType="1" noTextEdit="1"/>
              </p:cNvSpPr>
              <p:nvPr/>
            </p:nvSpPr>
            <p:spPr>
              <a:xfrm>
                <a:off x="4298386" y="765815"/>
                <a:ext cx="7014741" cy="2703625"/>
              </a:xfrm>
              <a:prstGeom prst="rect">
                <a:avLst/>
              </a:prstGeom>
              <a:blipFill>
                <a:blip r:embed="rId4"/>
                <a:stretch>
                  <a:fillRect l="-2712" b="-6075"/>
                </a:stretch>
              </a:blipFill>
            </p:spPr>
            <p:txBody>
              <a:bodyPr/>
              <a:lstStyle/>
              <a:p>
                <a:r>
                  <a:rPr lang="zh-CN" altLang="en-US">
                    <a:noFill/>
                  </a:rPr>
                  <a:t> </a:t>
                </a:r>
              </a:p>
            </p:txBody>
          </p:sp>
        </mc:Fallback>
      </mc:AlternateContent>
      <p:pic>
        <p:nvPicPr>
          <p:cNvPr id="20" name="图片 19">
            <a:extLst>
              <a:ext uri="{FF2B5EF4-FFF2-40B4-BE49-F238E27FC236}">
                <a16:creationId xmlns:a16="http://schemas.microsoft.com/office/drawing/2014/main" id="{A6E4704F-BF12-4443-9293-FF453AB8E1FC}"/>
              </a:ext>
            </a:extLst>
          </p:cNvPr>
          <p:cNvPicPr>
            <a:picLocks noChangeAspect="1"/>
          </p:cNvPicPr>
          <p:nvPr/>
        </p:nvPicPr>
        <p:blipFill>
          <a:blip r:embed="rId5"/>
          <a:stretch>
            <a:fillRect/>
          </a:stretch>
        </p:blipFill>
        <p:spPr>
          <a:xfrm>
            <a:off x="122104" y="4005834"/>
            <a:ext cx="4376175" cy="2024412"/>
          </a:xfrm>
          <a:prstGeom prst="rect">
            <a:avLst/>
          </a:prstGeom>
        </p:spPr>
      </p:pic>
      <p:pic>
        <p:nvPicPr>
          <p:cNvPr id="21" name="图片 20">
            <a:extLst>
              <a:ext uri="{FF2B5EF4-FFF2-40B4-BE49-F238E27FC236}">
                <a16:creationId xmlns:a16="http://schemas.microsoft.com/office/drawing/2014/main" id="{17E1819E-F2BF-9F4D-AAE2-9C611D24114A}"/>
              </a:ext>
            </a:extLst>
          </p:cNvPr>
          <p:cNvPicPr>
            <a:picLocks noChangeAspect="1"/>
          </p:cNvPicPr>
          <p:nvPr/>
        </p:nvPicPr>
        <p:blipFill>
          <a:blip r:embed="rId6"/>
          <a:stretch>
            <a:fillRect/>
          </a:stretch>
        </p:blipFill>
        <p:spPr>
          <a:xfrm>
            <a:off x="4498279" y="4005834"/>
            <a:ext cx="6998929" cy="2024412"/>
          </a:xfrm>
          <a:prstGeom prst="rect">
            <a:avLst/>
          </a:prstGeom>
        </p:spPr>
      </p:pic>
      <p:sp>
        <p:nvSpPr>
          <p:cNvPr id="22" name="矩形 21">
            <a:extLst>
              <a:ext uri="{FF2B5EF4-FFF2-40B4-BE49-F238E27FC236}">
                <a16:creationId xmlns:a16="http://schemas.microsoft.com/office/drawing/2014/main" id="{34192BDA-63BB-3B4D-AD7A-CDC7B898D0E6}"/>
              </a:ext>
            </a:extLst>
          </p:cNvPr>
          <p:cNvSpPr/>
          <p:nvPr/>
        </p:nvSpPr>
        <p:spPr>
          <a:xfrm>
            <a:off x="2310191" y="5102947"/>
            <a:ext cx="1674391" cy="186801"/>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9211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phase_4</a:t>
              </a:r>
              <a:endParaRPr kumimoji="1" lang="zh-CN" altLang="en-US" sz="2400" b="1" dirty="0">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5" name="灯片编号占位符 14">
            <a:extLst>
              <a:ext uri="{FF2B5EF4-FFF2-40B4-BE49-F238E27FC236}">
                <a16:creationId xmlns:a16="http://schemas.microsoft.com/office/drawing/2014/main" id="{F1C6F950-B312-714A-8BED-0262E4241AC4}"/>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35</a:t>
            </a:fld>
            <a:endParaRPr kumimoji="1" lang="zh-CN" altLang="en-US" dirty="0">
              <a:latin typeface="Times New Roman" panose="02020603050405020304" pitchFamily="18" charset="0"/>
              <a:cs typeface="Times New Roman" panose="02020603050405020304" pitchFamily="18" charset="0"/>
            </a:endParaRPr>
          </a:p>
        </p:txBody>
      </p:sp>
      <p:pic>
        <p:nvPicPr>
          <p:cNvPr id="16" name="图片 15">
            <a:extLst>
              <a:ext uri="{FF2B5EF4-FFF2-40B4-BE49-F238E27FC236}">
                <a16:creationId xmlns:a16="http://schemas.microsoft.com/office/drawing/2014/main" id="{040BC8F9-721F-B543-9B01-470AA215460D}"/>
              </a:ext>
            </a:extLst>
          </p:cNvPr>
          <p:cNvPicPr>
            <a:picLocks noChangeAspect="1"/>
          </p:cNvPicPr>
          <p:nvPr/>
        </p:nvPicPr>
        <p:blipFill>
          <a:blip r:embed="rId2"/>
          <a:stretch>
            <a:fillRect/>
          </a:stretch>
        </p:blipFill>
        <p:spPr>
          <a:xfrm>
            <a:off x="8092671" y="461673"/>
            <a:ext cx="3237938" cy="5554216"/>
          </a:xfrm>
          <a:prstGeom prst="rect">
            <a:avLst/>
          </a:prstGeom>
        </p:spPr>
      </p:pic>
      <p:pic>
        <p:nvPicPr>
          <p:cNvPr id="17" name="图片 16">
            <a:extLst>
              <a:ext uri="{FF2B5EF4-FFF2-40B4-BE49-F238E27FC236}">
                <a16:creationId xmlns:a16="http://schemas.microsoft.com/office/drawing/2014/main" id="{05CE16DE-5BE7-F447-8693-3F25A2781A6F}"/>
              </a:ext>
            </a:extLst>
          </p:cNvPr>
          <p:cNvPicPr>
            <a:picLocks noChangeAspect="1"/>
          </p:cNvPicPr>
          <p:nvPr/>
        </p:nvPicPr>
        <p:blipFill>
          <a:blip r:embed="rId3"/>
          <a:stretch>
            <a:fillRect/>
          </a:stretch>
        </p:blipFill>
        <p:spPr>
          <a:xfrm>
            <a:off x="318053" y="2210990"/>
            <a:ext cx="6526310" cy="3591567"/>
          </a:xfrm>
          <a:prstGeom prst="rect">
            <a:avLst/>
          </a:prstGeom>
        </p:spPr>
      </p:pic>
      <p:sp>
        <p:nvSpPr>
          <p:cNvPr id="18" name="文本框 17">
            <a:extLst>
              <a:ext uri="{FF2B5EF4-FFF2-40B4-BE49-F238E27FC236}">
                <a16:creationId xmlns:a16="http://schemas.microsoft.com/office/drawing/2014/main" id="{E53B138A-AAF8-8E48-812B-56971B078BCC}"/>
              </a:ext>
            </a:extLst>
          </p:cNvPr>
          <p:cNvSpPr txBox="1"/>
          <p:nvPr/>
        </p:nvSpPr>
        <p:spPr>
          <a:xfrm>
            <a:off x="318053" y="1275399"/>
            <a:ext cx="5323893" cy="400110"/>
          </a:xfrm>
          <a:prstGeom prst="rect">
            <a:avLst/>
          </a:prstGeom>
          <a:noFill/>
        </p:spPr>
        <p:txBody>
          <a:bodyPr wrap="none" rtlCol="0">
            <a:spAutoFit/>
          </a:bodyPr>
          <a:lstStyle/>
          <a:p>
            <a:r>
              <a:rPr kumimoji="1" lang="zh-CN" altLang="en-US" sz="2000" dirty="0">
                <a:latin typeface="Times New Roman" panose="02020603050405020304" pitchFamily="18" charset="0"/>
                <a:cs typeface="Times New Roman" panose="02020603050405020304" pitchFamily="18" charset="0"/>
              </a:rPr>
              <a:t>并不是每一个</a:t>
            </a:r>
            <a:r>
              <a:rPr kumimoji="1" lang="en-US" altLang="zh-CN" sz="2000" dirty="0">
                <a:latin typeface="Times New Roman" panose="02020603050405020304" pitchFamily="18" charset="0"/>
                <a:cs typeface="Times New Roman" panose="02020603050405020304" pitchFamily="18" charset="0"/>
              </a:rPr>
              <a:t>x86-64</a:t>
            </a:r>
            <a:r>
              <a:rPr kumimoji="1" lang="zh-CN" altLang="en-US" sz="2000" dirty="0">
                <a:latin typeface="Times New Roman" panose="02020603050405020304" pitchFamily="18" charset="0"/>
                <a:cs typeface="Times New Roman" panose="02020603050405020304" pitchFamily="18" charset="0"/>
              </a:rPr>
              <a:t>过程都会在栈上分配空间</a:t>
            </a:r>
          </a:p>
        </p:txBody>
      </p:sp>
      <p:pic>
        <p:nvPicPr>
          <p:cNvPr id="19" name="图片 18">
            <a:extLst>
              <a:ext uri="{FF2B5EF4-FFF2-40B4-BE49-F238E27FC236}">
                <a16:creationId xmlns:a16="http://schemas.microsoft.com/office/drawing/2014/main" id="{502C57E4-91AD-0041-B71D-7373C6FFA29E}"/>
              </a:ext>
            </a:extLst>
          </p:cNvPr>
          <p:cNvPicPr>
            <a:picLocks noChangeAspect="1"/>
          </p:cNvPicPr>
          <p:nvPr/>
        </p:nvPicPr>
        <p:blipFill>
          <a:blip r:embed="rId4"/>
          <a:stretch>
            <a:fillRect/>
          </a:stretch>
        </p:blipFill>
        <p:spPr>
          <a:xfrm>
            <a:off x="318053" y="1804366"/>
            <a:ext cx="6526310" cy="406623"/>
          </a:xfrm>
          <a:prstGeom prst="rect">
            <a:avLst/>
          </a:prstGeom>
        </p:spPr>
      </p:pic>
      <p:sp>
        <p:nvSpPr>
          <p:cNvPr id="21" name="文本框 20">
            <a:extLst>
              <a:ext uri="{FF2B5EF4-FFF2-40B4-BE49-F238E27FC236}">
                <a16:creationId xmlns:a16="http://schemas.microsoft.com/office/drawing/2014/main" id="{090C2C05-8718-044A-8755-D5013F84F2DE}"/>
              </a:ext>
            </a:extLst>
          </p:cNvPr>
          <p:cNvSpPr txBox="1"/>
          <p:nvPr/>
        </p:nvSpPr>
        <p:spPr>
          <a:xfrm>
            <a:off x="318053" y="496957"/>
            <a:ext cx="7428637" cy="584775"/>
          </a:xfrm>
          <a:prstGeom prst="rect">
            <a:avLst/>
          </a:prstGeom>
          <a:noFill/>
        </p:spPr>
        <p:txBody>
          <a:bodyPr wrap="none" rtlCol="0">
            <a:spAutoFit/>
          </a:bodyPr>
          <a:lstStyle/>
          <a:p>
            <a:r>
              <a:rPr kumimoji="1" lang="zh-CN" altLang="en-US" sz="3200" dirty="0">
                <a:latin typeface="Times New Roman" panose="02020603050405020304" pitchFamily="18" charset="0"/>
                <a:cs typeface="Times New Roman" panose="02020603050405020304" pitchFamily="18" charset="0"/>
              </a:rPr>
              <a:t>递归调用的运行时栈</a:t>
            </a:r>
            <a:r>
              <a:rPr kumimoji="1" lang="en-US" altLang="zh-CN" sz="3200" baseline="-25000" dirty="0">
                <a:latin typeface="Times New Roman" panose="02020603050405020304" pitchFamily="18" charset="0"/>
                <a:cs typeface="Times New Roman" panose="02020603050405020304" pitchFamily="18" charset="0"/>
              </a:rPr>
              <a:t>   </a:t>
            </a:r>
            <a:r>
              <a:rPr kumimoji="1" lang="zh-CN" altLang="en-US" sz="3200" baseline="-25000" dirty="0">
                <a:solidFill>
                  <a:schemeClr val="bg2">
                    <a:lumMod val="50000"/>
                  </a:schemeClr>
                </a:solidFill>
                <a:latin typeface="Times New Roman" panose="02020603050405020304" pitchFamily="18" charset="0"/>
                <a:cs typeface="Times New Roman" panose="02020603050405020304" pitchFamily="18" charset="0"/>
              </a:rPr>
              <a:t>以</a:t>
            </a:r>
            <a:r>
              <a:rPr kumimoji="1" lang="en-US" altLang="zh-CN" sz="3200" baseline="-25000" dirty="0">
                <a:solidFill>
                  <a:schemeClr val="bg2">
                    <a:lumMod val="50000"/>
                  </a:schemeClr>
                </a:solidFill>
                <a:latin typeface="Times New Roman" panose="02020603050405020304" pitchFamily="18" charset="0"/>
                <a:cs typeface="Times New Roman" panose="02020603050405020304" pitchFamily="18" charset="0"/>
              </a:rPr>
              <a:t>phase_4</a:t>
            </a:r>
            <a:r>
              <a:rPr kumimoji="1" lang="zh-CN" altLang="en-US" sz="3200" baseline="-25000" dirty="0">
                <a:solidFill>
                  <a:schemeClr val="bg2">
                    <a:lumMod val="50000"/>
                  </a:schemeClr>
                </a:solidFill>
                <a:latin typeface="Times New Roman" panose="02020603050405020304" pitchFamily="18" charset="0"/>
                <a:cs typeface="Times New Roman" panose="02020603050405020304" pitchFamily="18" charset="0"/>
              </a:rPr>
              <a:t>调用</a:t>
            </a:r>
            <a:r>
              <a:rPr kumimoji="1" lang="en-US" altLang="zh-CN" sz="3200" baseline="-25000" dirty="0">
                <a:solidFill>
                  <a:schemeClr val="bg2">
                    <a:lumMod val="50000"/>
                  </a:schemeClr>
                </a:solidFill>
                <a:latin typeface="Times New Roman" panose="02020603050405020304" pitchFamily="18" charset="0"/>
                <a:cs typeface="Times New Roman" panose="02020603050405020304" pitchFamily="18" charset="0"/>
              </a:rPr>
              <a:t>func4(3)</a:t>
            </a:r>
            <a:r>
              <a:rPr kumimoji="1" lang="zh-CN" altLang="en-US" sz="3200" baseline="-25000" dirty="0">
                <a:solidFill>
                  <a:schemeClr val="bg2">
                    <a:lumMod val="50000"/>
                  </a:schemeClr>
                </a:solidFill>
                <a:latin typeface="Times New Roman" panose="02020603050405020304" pitchFamily="18" charset="0"/>
                <a:cs typeface="Times New Roman" panose="02020603050405020304" pitchFamily="18" charset="0"/>
              </a:rPr>
              <a:t>为例</a:t>
            </a:r>
            <a:endParaRPr kumimoji="1" lang="zh-CN" altLang="en-US" sz="3200" dirty="0">
              <a:solidFill>
                <a:schemeClr val="bg2">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9218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phase_4</a:t>
              </a:r>
              <a:endParaRPr kumimoji="1" lang="zh-CN" altLang="en-US" sz="2400" b="1" dirty="0">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5" name="灯片编号占位符 14">
            <a:extLst>
              <a:ext uri="{FF2B5EF4-FFF2-40B4-BE49-F238E27FC236}">
                <a16:creationId xmlns:a16="http://schemas.microsoft.com/office/drawing/2014/main" id="{F1C6F950-B312-714A-8BED-0262E4241AC4}"/>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36</a:t>
            </a:fld>
            <a:endParaRPr kumimoji="1" lang="zh-CN" altLang="en-US" dirty="0">
              <a:latin typeface="Times New Roman" panose="02020603050405020304" pitchFamily="18" charset="0"/>
              <a:cs typeface="Times New Roman" panose="02020603050405020304" pitchFamily="18" charset="0"/>
            </a:endParaRPr>
          </a:p>
        </p:txBody>
      </p:sp>
      <p:pic>
        <p:nvPicPr>
          <p:cNvPr id="14" name="图片 13">
            <a:extLst>
              <a:ext uri="{FF2B5EF4-FFF2-40B4-BE49-F238E27FC236}">
                <a16:creationId xmlns:a16="http://schemas.microsoft.com/office/drawing/2014/main" id="{6193C9CD-4033-1146-B352-194B0AEC49E6}"/>
              </a:ext>
            </a:extLst>
          </p:cNvPr>
          <p:cNvPicPr>
            <a:picLocks noChangeAspect="1"/>
          </p:cNvPicPr>
          <p:nvPr/>
        </p:nvPicPr>
        <p:blipFill>
          <a:blip r:embed="rId2"/>
          <a:stretch>
            <a:fillRect/>
          </a:stretch>
        </p:blipFill>
        <p:spPr>
          <a:xfrm>
            <a:off x="318053" y="2210990"/>
            <a:ext cx="6526310" cy="3591567"/>
          </a:xfrm>
          <a:prstGeom prst="rect">
            <a:avLst/>
          </a:prstGeom>
        </p:spPr>
      </p:pic>
      <p:sp>
        <p:nvSpPr>
          <p:cNvPr id="3" name="文本框 2">
            <a:extLst>
              <a:ext uri="{FF2B5EF4-FFF2-40B4-BE49-F238E27FC236}">
                <a16:creationId xmlns:a16="http://schemas.microsoft.com/office/drawing/2014/main" id="{0F906A8C-E644-E04C-88B8-844E368A9182}"/>
              </a:ext>
            </a:extLst>
          </p:cNvPr>
          <p:cNvSpPr txBox="1"/>
          <p:nvPr/>
        </p:nvSpPr>
        <p:spPr>
          <a:xfrm>
            <a:off x="318053" y="1275399"/>
            <a:ext cx="5323893" cy="400110"/>
          </a:xfrm>
          <a:prstGeom prst="rect">
            <a:avLst/>
          </a:prstGeom>
          <a:noFill/>
        </p:spPr>
        <p:txBody>
          <a:bodyPr wrap="none" rtlCol="0">
            <a:spAutoFit/>
          </a:bodyPr>
          <a:lstStyle/>
          <a:p>
            <a:r>
              <a:rPr kumimoji="1" lang="zh-CN" altLang="en-US" sz="2000" dirty="0">
                <a:latin typeface="Times New Roman" panose="02020603050405020304" pitchFamily="18" charset="0"/>
                <a:cs typeface="Times New Roman" panose="02020603050405020304" pitchFamily="18" charset="0"/>
              </a:rPr>
              <a:t>并不是每一个</a:t>
            </a:r>
            <a:r>
              <a:rPr kumimoji="1" lang="en-US" altLang="zh-CN" sz="2000" dirty="0">
                <a:latin typeface="Times New Roman" panose="02020603050405020304" pitchFamily="18" charset="0"/>
                <a:cs typeface="Times New Roman" panose="02020603050405020304" pitchFamily="18" charset="0"/>
              </a:rPr>
              <a:t>x86-64</a:t>
            </a:r>
            <a:r>
              <a:rPr kumimoji="1" lang="zh-CN" altLang="en-US" sz="2000" dirty="0">
                <a:latin typeface="Times New Roman" panose="02020603050405020304" pitchFamily="18" charset="0"/>
                <a:cs typeface="Times New Roman" panose="02020603050405020304" pitchFamily="18" charset="0"/>
              </a:rPr>
              <a:t>过程都会在栈上分配空间</a:t>
            </a:r>
          </a:p>
        </p:txBody>
      </p:sp>
      <p:sp>
        <p:nvSpPr>
          <p:cNvPr id="4" name="矩形 3">
            <a:extLst>
              <a:ext uri="{FF2B5EF4-FFF2-40B4-BE49-F238E27FC236}">
                <a16:creationId xmlns:a16="http://schemas.microsoft.com/office/drawing/2014/main" id="{0EE985FE-F8AB-2C40-BDDF-50D1CB4BA085}"/>
              </a:ext>
            </a:extLst>
          </p:cNvPr>
          <p:cNvSpPr/>
          <p:nvPr/>
        </p:nvSpPr>
        <p:spPr>
          <a:xfrm>
            <a:off x="7677294" y="385364"/>
            <a:ext cx="2453072" cy="3651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17" name="矩形 16">
            <a:extLst>
              <a:ext uri="{FF2B5EF4-FFF2-40B4-BE49-F238E27FC236}">
                <a16:creationId xmlns:a16="http://schemas.microsoft.com/office/drawing/2014/main" id="{5FF4AA6C-2F65-1044-9097-EE61E42883B1}"/>
              </a:ext>
            </a:extLst>
          </p:cNvPr>
          <p:cNvSpPr/>
          <p:nvPr/>
        </p:nvSpPr>
        <p:spPr>
          <a:xfrm>
            <a:off x="7677294" y="75048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&lt;phase_4&gt;</a:t>
            </a:r>
            <a:r>
              <a:rPr kumimoji="1" lang="zh-CN" altLang="en-US" dirty="0">
                <a:solidFill>
                  <a:schemeClr val="tx1"/>
                </a:solidFill>
                <a:latin typeface="Times New Roman" panose="02020603050405020304" pitchFamily="18" charset="0"/>
                <a:cs typeface="Times New Roman" panose="02020603050405020304" pitchFamily="18" charset="0"/>
              </a:rPr>
              <a:t>的返回地址</a:t>
            </a:r>
          </a:p>
        </p:txBody>
      </p:sp>
      <p:pic>
        <p:nvPicPr>
          <p:cNvPr id="19" name="图片 18">
            <a:extLst>
              <a:ext uri="{FF2B5EF4-FFF2-40B4-BE49-F238E27FC236}">
                <a16:creationId xmlns:a16="http://schemas.microsoft.com/office/drawing/2014/main" id="{60B22423-194F-7C4B-9E63-A25BC579E29F}"/>
              </a:ext>
            </a:extLst>
          </p:cNvPr>
          <p:cNvPicPr>
            <a:picLocks noChangeAspect="1"/>
          </p:cNvPicPr>
          <p:nvPr/>
        </p:nvPicPr>
        <p:blipFill>
          <a:blip r:embed="rId3"/>
          <a:stretch>
            <a:fillRect/>
          </a:stretch>
        </p:blipFill>
        <p:spPr>
          <a:xfrm>
            <a:off x="318053" y="1804366"/>
            <a:ext cx="6526310" cy="406623"/>
          </a:xfrm>
          <a:prstGeom prst="rect">
            <a:avLst/>
          </a:prstGeom>
        </p:spPr>
      </p:pic>
      <p:sp>
        <p:nvSpPr>
          <p:cNvPr id="23" name="右大括号 22">
            <a:extLst>
              <a:ext uri="{FF2B5EF4-FFF2-40B4-BE49-F238E27FC236}">
                <a16:creationId xmlns:a16="http://schemas.microsoft.com/office/drawing/2014/main" id="{2D98E98B-83BF-B34A-A615-11F374F101D8}"/>
              </a:ext>
            </a:extLst>
          </p:cNvPr>
          <p:cNvSpPr/>
          <p:nvPr/>
        </p:nvSpPr>
        <p:spPr>
          <a:xfrm>
            <a:off x="10271406" y="9485"/>
            <a:ext cx="237117" cy="1106129"/>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24" name="文本框 23">
            <a:extLst>
              <a:ext uri="{FF2B5EF4-FFF2-40B4-BE49-F238E27FC236}">
                <a16:creationId xmlns:a16="http://schemas.microsoft.com/office/drawing/2014/main" id="{0C203A37-2126-F041-B7E7-7DCEF659514F}"/>
              </a:ext>
            </a:extLst>
          </p:cNvPr>
          <p:cNvSpPr txBox="1"/>
          <p:nvPr/>
        </p:nvSpPr>
        <p:spPr>
          <a:xfrm>
            <a:off x="10508524" y="377883"/>
            <a:ext cx="1683474"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phase_4</a:t>
            </a:r>
            <a:r>
              <a:rPr kumimoji="1" lang="zh-CN" altLang="en-US" dirty="0">
                <a:latin typeface="Times New Roman" panose="02020603050405020304" pitchFamily="18" charset="0"/>
                <a:cs typeface="Times New Roman" panose="02020603050405020304" pitchFamily="18" charset="0"/>
              </a:rPr>
              <a:t>的栈帧</a:t>
            </a:r>
          </a:p>
        </p:txBody>
      </p:sp>
      <p:sp>
        <p:nvSpPr>
          <p:cNvPr id="47" name="文本框 46">
            <a:extLst>
              <a:ext uri="{FF2B5EF4-FFF2-40B4-BE49-F238E27FC236}">
                <a16:creationId xmlns:a16="http://schemas.microsoft.com/office/drawing/2014/main" id="{1915BDFC-42B0-8142-9CCE-BDD6874DB80D}"/>
              </a:ext>
            </a:extLst>
          </p:cNvPr>
          <p:cNvSpPr txBox="1"/>
          <p:nvPr/>
        </p:nvSpPr>
        <p:spPr>
          <a:xfrm>
            <a:off x="318053" y="496957"/>
            <a:ext cx="7428637" cy="584775"/>
          </a:xfrm>
          <a:prstGeom prst="rect">
            <a:avLst/>
          </a:prstGeom>
          <a:noFill/>
        </p:spPr>
        <p:txBody>
          <a:bodyPr wrap="none" rtlCol="0">
            <a:spAutoFit/>
          </a:bodyPr>
          <a:lstStyle/>
          <a:p>
            <a:r>
              <a:rPr kumimoji="1" lang="zh-CN" altLang="en-US" sz="3200" dirty="0">
                <a:latin typeface="Times New Roman" panose="02020603050405020304" pitchFamily="18" charset="0"/>
                <a:cs typeface="Times New Roman" panose="02020603050405020304" pitchFamily="18" charset="0"/>
              </a:rPr>
              <a:t>递归调用的运行时栈</a:t>
            </a:r>
            <a:r>
              <a:rPr kumimoji="1" lang="en-US" altLang="zh-CN" sz="3200" baseline="-25000" dirty="0">
                <a:latin typeface="Times New Roman" panose="02020603050405020304" pitchFamily="18" charset="0"/>
                <a:cs typeface="Times New Roman" panose="02020603050405020304" pitchFamily="18" charset="0"/>
              </a:rPr>
              <a:t>   </a:t>
            </a:r>
            <a:r>
              <a:rPr kumimoji="1" lang="zh-CN" altLang="en-US" sz="3200" baseline="-25000" dirty="0">
                <a:solidFill>
                  <a:schemeClr val="bg2">
                    <a:lumMod val="50000"/>
                  </a:schemeClr>
                </a:solidFill>
                <a:latin typeface="Times New Roman" panose="02020603050405020304" pitchFamily="18" charset="0"/>
                <a:cs typeface="Times New Roman" panose="02020603050405020304" pitchFamily="18" charset="0"/>
              </a:rPr>
              <a:t>以</a:t>
            </a:r>
            <a:r>
              <a:rPr kumimoji="1" lang="en-US" altLang="zh-CN" sz="3200" baseline="-25000" dirty="0">
                <a:solidFill>
                  <a:schemeClr val="bg2">
                    <a:lumMod val="50000"/>
                  </a:schemeClr>
                </a:solidFill>
                <a:latin typeface="Times New Roman" panose="02020603050405020304" pitchFamily="18" charset="0"/>
                <a:cs typeface="Times New Roman" panose="02020603050405020304" pitchFamily="18" charset="0"/>
              </a:rPr>
              <a:t>phase_4</a:t>
            </a:r>
            <a:r>
              <a:rPr kumimoji="1" lang="zh-CN" altLang="en-US" sz="3200" baseline="-25000" dirty="0">
                <a:solidFill>
                  <a:schemeClr val="bg2">
                    <a:lumMod val="50000"/>
                  </a:schemeClr>
                </a:solidFill>
                <a:latin typeface="Times New Roman" panose="02020603050405020304" pitchFamily="18" charset="0"/>
                <a:cs typeface="Times New Roman" panose="02020603050405020304" pitchFamily="18" charset="0"/>
              </a:rPr>
              <a:t>调用</a:t>
            </a:r>
            <a:r>
              <a:rPr kumimoji="1" lang="en-US" altLang="zh-CN" sz="3200" baseline="-25000" dirty="0">
                <a:solidFill>
                  <a:schemeClr val="bg2">
                    <a:lumMod val="50000"/>
                  </a:schemeClr>
                </a:solidFill>
                <a:latin typeface="Times New Roman" panose="02020603050405020304" pitchFamily="18" charset="0"/>
                <a:cs typeface="Times New Roman" panose="02020603050405020304" pitchFamily="18" charset="0"/>
              </a:rPr>
              <a:t>func4(3)</a:t>
            </a:r>
            <a:r>
              <a:rPr kumimoji="1" lang="zh-CN" altLang="en-US" sz="3200" baseline="-25000" dirty="0">
                <a:solidFill>
                  <a:schemeClr val="bg2">
                    <a:lumMod val="50000"/>
                  </a:schemeClr>
                </a:solidFill>
                <a:latin typeface="Times New Roman" panose="02020603050405020304" pitchFamily="18" charset="0"/>
                <a:cs typeface="Times New Roman" panose="02020603050405020304" pitchFamily="18" charset="0"/>
              </a:rPr>
              <a:t>为例</a:t>
            </a:r>
            <a:endParaRPr kumimoji="1" lang="zh-CN" altLang="en-US" sz="3200" dirty="0">
              <a:solidFill>
                <a:schemeClr val="bg2">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60420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phase_4</a:t>
              </a:r>
              <a:endParaRPr kumimoji="1" lang="zh-CN" altLang="en-US" sz="2400" b="1" dirty="0">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5" name="灯片编号占位符 14">
            <a:extLst>
              <a:ext uri="{FF2B5EF4-FFF2-40B4-BE49-F238E27FC236}">
                <a16:creationId xmlns:a16="http://schemas.microsoft.com/office/drawing/2014/main" id="{F1C6F950-B312-714A-8BED-0262E4241AC4}"/>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37</a:t>
            </a:fld>
            <a:endParaRPr kumimoji="1" lang="zh-CN" altLang="en-US" dirty="0">
              <a:latin typeface="Times New Roman" panose="02020603050405020304" pitchFamily="18" charset="0"/>
              <a:cs typeface="Times New Roman" panose="02020603050405020304" pitchFamily="18" charset="0"/>
            </a:endParaRPr>
          </a:p>
        </p:txBody>
      </p:sp>
      <p:sp>
        <p:nvSpPr>
          <p:cNvPr id="2" name="文本框 1">
            <a:extLst>
              <a:ext uri="{FF2B5EF4-FFF2-40B4-BE49-F238E27FC236}">
                <a16:creationId xmlns:a16="http://schemas.microsoft.com/office/drawing/2014/main" id="{A4C5DC89-E5B9-EA40-BF7E-E4FF73F2E5CD}"/>
              </a:ext>
            </a:extLst>
          </p:cNvPr>
          <p:cNvSpPr txBox="1"/>
          <p:nvPr/>
        </p:nvSpPr>
        <p:spPr>
          <a:xfrm>
            <a:off x="318053" y="496957"/>
            <a:ext cx="7428637" cy="584775"/>
          </a:xfrm>
          <a:prstGeom prst="rect">
            <a:avLst/>
          </a:prstGeom>
          <a:noFill/>
        </p:spPr>
        <p:txBody>
          <a:bodyPr wrap="none" rtlCol="0">
            <a:spAutoFit/>
          </a:bodyPr>
          <a:lstStyle/>
          <a:p>
            <a:r>
              <a:rPr kumimoji="1" lang="zh-CN" altLang="en-US" sz="3200" dirty="0">
                <a:latin typeface="Times New Roman" panose="02020603050405020304" pitchFamily="18" charset="0"/>
                <a:cs typeface="Times New Roman" panose="02020603050405020304" pitchFamily="18" charset="0"/>
              </a:rPr>
              <a:t>递归调用的运行时栈</a:t>
            </a:r>
            <a:r>
              <a:rPr kumimoji="1" lang="en-US" altLang="zh-CN" sz="3200" baseline="-25000" dirty="0">
                <a:latin typeface="Times New Roman" panose="02020603050405020304" pitchFamily="18" charset="0"/>
                <a:cs typeface="Times New Roman" panose="02020603050405020304" pitchFamily="18" charset="0"/>
              </a:rPr>
              <a:t>   </a:t>
            </a:r>
            <a:r>
              <a:rPr kumimoji="1" lang="zh-CN" altLang="en-US" sz="3200" baseline="-25000" dirty="0">
                <a:solidFill>
                  <a:schemeClr val="bg2">
                    <a:lumMod val="50000"/>
                  </a:schemeClr>
                </a:solidFill>
                <a:latin typeface="Times New Roman" panose="02020603050405020304" pitchFamily="18" charset="0"/>
                <a:cs typeface="Times New Roman" panose="02020603050405020304" pitchFamily="18" charset="0"/>
              </a:rPr>
              <a:t>以</a:t>
            </a:r>
            <a:r>
              <a:rPr kumimoji="1" lang="en-US" altLang="zh-CN" sz="3200" baseline="-25000" dirty="0">
                <a:solidFill>
                  <a:schemeClr val="bg2">
                    <a:lumMod val="50000"/>
                  </a:schemeClr>
                </a:solidFill>
                <a:latin typeface="Times New Roman" panose="02020603050405020304" pitchFamily="18" charset="0"/>
                <a:cs typeface="Times New Roman" panose="02020603050405020304" pitchFamily="18" charset="0"/>
              </a:rPr>
              <a:t>phase_4</a:t>
            </a:r>
            <a:r>
              <a:rPr kumimoji="1" lang="zh-CN" altLang="en-US" sz="3200" baseline="-25000" dirty="0">
                <a:solidFill>
                  <a:schemeClr val="bg2">
                    <a:lumMod val="50000"/>
                  </a:schemeClr>
                </a:solidFill>
                <a:latin typeface="Times New Roman" panose="02020603050405020304" pitchFamily="18" charset="0"/>
                <a:cs typeface="Times New Roman" panose="02020603050405020304" pitchFamily="18" charset="0"/>
              </a:rPr>
              <a:t>调用</a:t>
            </a:r>
            <a:r>
              <a:rPr kumimoji="1" lang="en-US" altLang="zh-CN" sz="3200" baseline="-25000" dirty="0">
                <a:solidFill>
                  <a:schemeClr val="bg2">
                    <a:lumMod val="50000"/>
                  </a:schemeClr>
                </a:solidFill>
                <a:latin typeface="Times New Roman" panose="02020603050405020304" pitchFamily="18" charset="0"/>
                <a:cs typeface="Times New Roman" panose="02020603050405020304" pitchFamily="18" charset="0"/>
              </a:rPr>
              <a:t>func4(3)</a:t>
            </a:r>
            <a:r>
              <a:rPr kumimoji="1" lang="zh-CN" altLang="en-US" sz="3200" baseline="-25000" dirty="0">
                <a:solidFill>
                  <a:schemeClr val="bg2">
                    <a:lumMod val="50000"/>
                  </a:schemeClr>
                </a:solidFill>
                <a:latin typeface="Times New Roman" panose="02020603050405020304" pitchFamily="18" charset="0"/>
                <a:cs typeface="Times New Roman" panose="02020603050405020304" pitchFamily="18" charset="0"/>
              </a:rPr>
              <a:t>为例</a:t>
            </a:r>
            <a:endParaRPr kumimoji="1" lang="zh-CN" altLang="en-US" sz="3200" dirty="0">
              <a:solidFill>
                <a:schemeClr val="bg2">
                  <a:lumMod val="50000"/>
                </a:schemeClr>
              </a:solidFill>
              <a:latin typeface="Times New Roman" panose="02020603050405020304" pitchFamily="18" charset="0"/>
              <a:cs typeface="Times New Roman" panose="02020603050405020304" pitchFamily="18" charset="0"/>
            </a:endParaRPr>
          </a:p>
        </p:txBody>
      </p:sp>
      <p:pic>
        <p:nvPicPr>
          <p:cNvPr id="14" name="图片 13">
            <a:extLst>
              <a:ext uri="{FF2B5EF4-FFF2-40B4-BE49-F238E27FC236}">
                <a16:creationId xmlns:a16="http://schemas.microsoft.com/office/drawing/2014/main" id="{6193C9CD-4033-1146-B352-194B0AEC49E6}"/>
              </a:ext>
            </a:extLst>
          </p:cNvPr>
          <p:cNvPicPr>
            <a:picLocks noChangeAspect="1"/>
          </p:cNvPicPr>
          <p:nvPr/>
        </p:nvPicPr>
        <p:blipFill>
          <a:blip r:embed="rId2"/>
          <a:stretch>
            <a:fillRect/>
          </a:stretch>
        </p:blipFill>
        <p:spPr>
          <a:xfrm>
            <a:off x="318053" y="2210990"/>
            <a:ext cx="6526310" cy="3591567"/>
          </a:xfrm>
          <a:prstGeom prst="rect">
            <a:avLst/>
          </a:prstGeom>
        </p:spPr>
      </p:pic>
      <p:sp>
        <p:nvSpPr>
          <p:cNvPr id="3" name="文本框 2">
            <a:extLst>
              <a:ext uri="{FF2B5EF4-FFF2-40B4-BE49-F238E27FC236}">
                <a16:creationId xmlns:a16="http://schemas.microsoft.com/office/drawing/2014/main" id="{0F906A8C-E644-E04C-88B8-844E368A9182}"/>
              </a:ext>
            </a:extLst>
          </p:cNvPr>
          <p:cNvSpPr txBox="1"/>
          <p:nvPr/>
        </p:nvSpPr>
        <p:spPr>
          <a:xfrm>
            <a:off x="318053" y="1275399"/>
            <a:ext cx="5323893" cy="400110"/>
          </a:xfrm>
          <a:prstGeom prst="rect">
            <a:avLst/>
          </a:prstGeom>
          <a:noFill/>
        </p:spPr>
        <p:txBody>
          <a:bodyPr wrap="none" rtlCol="0">
            <a:spAutoFit/>
          </a:bodyPr>
          <a:lstStyle/>
          <a:p>
            <a:r>
              <a:rPr kumimoji="1" lang="zh-CN" altLang="en-US" sz="2000" dirty="0">
                <a:latin typeface="Times New Roman" panose="02020603050405020304" pitchFamily="18" charset="0"/>
                <a:cs typeface="Times New Roman" panose="02020603050405020304" pitchFamily="18" charset="0"/>
              </a:rPr>
              <a:t>并不是每一个</a:t>
            </a:r>
            <a:r>
              <a:rPr kumimoji="1" lang="en-US" altLang="zh-CN" sz="2000" dirty="0">
                <a:latin typeface="Times New Roman" panose="02020603050405020304" pitchFamily="18" charset="0"/>
                <a:cs typeface="Times New Roman" panose="02020603050405020304" pitchFamily="18" charset="0"/>
              </a:rPr>
              <a:t>x86-64</a:t>
            </a:r>
            <a:r>
              <a:rPr kumimoji="1" lang="zh-CN" altLang="en-US" sz="2000" dirty="0">
                <a:latin typeface="Times New Roman" panose="02020603050405020304" pitchFamily="18" charset="0"/>
                <a:cs typeface="Times New Roman" panose="02020603050405020304" pitchFamily="18" charset="0"/>
              </a:rPr>
              <a:t>过程都会在栈上分配空间</a:t>
            </a:r>
          </a:p>
        </p:txBody>
      </p:sp>
      <p:sp>
        <p:nvSpPr>
          <p:cNvPr id="4" name="矩形 3">
            <a:extLst>
              <a:ext uri="{FF2B5EF4-FFF2-40B4-BE49-F238E27FC236}">
                <a16:creationId xmlns:a16="http://schemas.microsoft.com/office/drawing/2014/main" id="{0EE985FE-F8AB-2C40-BDDF-50D1CB4BA085}"/>
              </a:ext>
            </a:extLst>
          </p:cNvPr>
          <p:cNvSpPr/>
          <p:nvPr/>
        </p:nvSpPr>
        <p:spPr>
          <a:xfrm>
            <a:off x="7677294" y="385364"/>
            <a:ext cx="2453072" cy="3651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17" name="矩形 16">
            <a:extLst>
              <a:ext uri="{FF2B5EF4-FFF2-40B4-BE49-F238E27FC236}">
                <a16:creationId xmlns:a16="http://schemas.microsoft.com/office/drawing/2014/main" id="{5FF4AA6C-2F65-1044-9097-EE61E42883B1}"/>
              </a:ext>
            </a:extLst>
          </p:cNvPr>
          <p:cNvSpPr/>
          <p:nvPr/>
        </p:nvSpPr>
        <p:spPr>
          <a:xfrm>
            <a:off x="7677294" y="75048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&lt;phase_4&gt;</a:t>
            </a:r>
            <a:r>
              <a:rPr kumimoji="1" lang="zh-CN" altLang="en-US" dirty="0">
                <a:solidFill>
                  <a:schemeClr val="tx1"/>
                </a:solidFill>
                <a:latin typeface="Times New Roman" panose="02020603050405020304" pitchFamily="18" charset="0"/>
                <a:cs typeface="Times New Roman" panose="02020603050405020304" pitchFamily="18" charset="0"/>
              </a:rPr>
              <a:t>的返回地址</a:t>
            </a:r>
          </a:p>
        </p:txBody>
      </p:sp>
      <p:pic>
        <p:nvPicPr>
          <p:cNvPr id="19" name="图片 18">
            <a:extLst>
              <a:ext uri="{FF2B5EF4-FFF2-40B4-BE49-F238E27FC236}">
                <a16:creationId xmlns:a16="http://schemas.microsoft.com/office/drawing/2014/main" id="{60B22423-194F-7C4B-9E63-A25BC579E29F}"/>
              </a:ext>
            </a:extLst>
          </p:cNvPr>
          <p:cNvPicPr>
            <a:picLocks noChangeAspect="1"/>
          </p:cNvPicPr>
          <p:nvPr/>
        </p:nvPicPr>
        <p:blipFill>
          <a:blip r:embed="rId3"/>
          <a:stretch>
            <a:fillRect/>
          </a:stretch>
        </p:blipFill>
        <p:spPr>
          <a:xfrm>
            <a:off x="318053" y="1804366"/>
            <a:ext cx="6526310" cy="406623"/>
          </a:xfrm>
          <a:prstGeom prst="rect">
            <a:avLst/>
          </a:prstGeom>
        </p:spPr>
      </p:pic>
      <p:sp>
        <p:nvSpPr>
          <p:cNvPr id="20" name="矩形 19">
            <a:extLst>
              <a:ext uri="{FF2B5EF4-FFF2-40B4-BE49-F238E27FC236}">
                <a16:creationId xmlns:a16="http://schemas.microsoft.com/office/drawing/2014/main" id="{F3F8B0A1-9B8E-3F45-B0E4-464B51165469}"/>
              </a:ext>
            </a:extLst>
          </p:cNvPr>
          <p:cNvSpPr/>
          <p:nvPr/>
        </p:nvSpPr>
        <p:spPr>
          <a:xfrm>
            <a:off x="7677294" y="1115614"/>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en-US" altLang="zh-CN" dirty="0" err="1">
                <a:solidFill>
                  <a:schemeClr val="tx1"/>
                </a:solidFill>
                <a:latin typeface="Times New Roman" panose="02020603050405020304" pitchFamily="18" charset="0"/>
                <a:cs typeface="Times New Roman" panose="02020603050405020304" pitchFamily="18" charset="0"/>
              </a:rPr>
              <a:t>rbp</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1" name="矩形 20">
            <a:extLst>
              <a:ext uri="{FF2B5EF4-FFF2-40B4-BE49-F238E27FC236}">
                <a16:creationId xmlns:a16="http://schemas.microsoft.com/office/drawing/2014/main" id="{BECA7D14-984E-7A44-BB8A-E2FD647F7840}"/>
              </a:ext>
            </a:extLst>
          </p:cNvPr>
          <p:cNvSpPr/>
          <p:nvPr/>
        </p:nvSpPr>
        <p:spPr>
          <a:xfrm>
            <a:off x="7677294" y="148073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en-US" altLang="zh-CN" dirty="0" err="1">
                <a:solidFill>
                  <a:schemeClr val="tx1"/>
                </a:solidFill>
                <a:latin typeface="Times New Roman" panose="02020603050405020304" pitchFamily="18" charset="0"/>
                <a:cs typeface="Times New Roman" panose="02020603050405020304" pitchFamily="18" charset="0"/>
              </a:rPr>
              <a:t>rbx</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2" name="矩形 21">
            <a:extLst>
              <a:ext uri="{FF2B5EF4-FFF2-40B4-BE49-F238E27FC236}">
                <a16:creationId xmlns:a16="http://schemas.microsoft.com/office/drawing/2014/main" id="{D230448D-04FF-BC45-B889-36251B2097B9}"/>
              </a:ext>
            </a:extLst>
          </p:cNvPr>
          <p:cNvSpPr/>
          <p:nvPr/>
        </p:nvSpPr>
        <p:spPr>
          <a:xfrm>
            <a:off x="7677294" y="1845864"/>
            <a:ext cx="2453072" cy="365125"/>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3" name="右大括号 22">
            <a:extLst>
              <a:ext uri="{FF2B5EF4-FFF2-40B4-BE49-F238E27FC236}">
                <a16:creationId xmlns:a16="http://schemas.microsoft.com/office/drawing/2014/main" id="{2D98E98B-83BF-B34A-A615-11F374F101D8}"/>
              </a:ext>
            </a:extLst>
          </p:cNvPr>
          <p:cNvSpPr/>
          <p:nvPr/>
        </p:nvSpPr>
        <p:spPr>
          <a:xfrm>
            <a:off x="10271406" y="9485"/>
            <a:ext cx="237117" cy="1106129"/>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24" name="文本框 23">
            <a:extLst>
              <a:ext uri="{FF2B5EF4-FFF2-40B4-BE49-F238E27FC236}">
                <a16:creationId xmlns:a16="http://schemas.microsoft.com/office/drawing/2014/main" id="{0C203A37-2126-F041-B7E7-7DCEF659514F}"/>
              </a:ext>
            </a:extLst>
          </p:cNvPr>
          <p:cNvSpPr txBox="1"/>
          <p:nvPr/>
        </p:nvSpPr>
        <p:spPr>
          <a:xfrm>
            <a:off x="10508524" y="377883"/>
            <a:ext cx="1683474"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phase_4</a:t>
            </a:r>
            <a:r>
              <a:rPr kumimoji="1" lang="zh-CN" altLang="en-US" dirty="0">
                <a:latin typeface="Times New Roman" panose="02020603050405020304" pitchFamily="18" charset="0"/>
                <a:cs typeface="Times New Roman" panose="02020603050405020304" pitchFamily="18" charset="0"/>
              </a:rPr>
              <a:t>的栈帧</a:t>
            </a:r>
          </a:p>
        </p:txBody>
      </p:sp>
      <p:sp>
        <p:nvSpPr>
          <p:cNvPr id="28" name="右大括号 27">
            <a:extLst>
              <a:ext uri="{FF2B5EF4-FFF2-40B4-BE49-F238E27FC236}">
                <a16:creationId xmlns:a16="http://schemas.microsoft.com/office/drawing/2014/main" id="{27ACE3C4-A7F4-F44E-B294-B883F3CE02F4}"/>
              </a:ext>
            </a:extLst>
          </p:cNvPr>
          <p:cNvSpPr/>
          <p:nvPr/>
        </p:nvSpPr>
        <p:spPr>
          <a:xfrm>
            <a:off x="10282628" y="1142722"/>
            <a:ext cx="237117" cy="1447703"/>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29" name="文本框 28">
            <a:extLst>
              <a:ext uri="{FF2B5EF4-FFF2-40B4-BE49-F238E27FC236}">
                <a16:creationId xmlns:a16="http://schemas.microsoft.com/office/drawing/2014/main" id="{8C2CBCD1-E58D-3A4D-BCF3-43A56C537CB1}"/>
              </a:ext>
            </a:extLst>
          </p:cNvPr>
          <p:cNvSpPr txBox="1"/>
          <p:nvPr/>
        </p:nvSpPr>
        <p:spPr>
          <a:xfrm>
            <a:off x="10519745" y="1675509"/>
            <a:ext cx="1672253"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func4(3)</a:t>
            </a:r>
            <a:r>
              <a:rPr kumimoji="1" lang="zh-CN" altLang="en-US" dirty="0">
                <a:latin typeface="Times New Roman" panose="02020603050405020304" pitchFamily="18" charset="0"/>
                <a:cs typeface="Times New Roman" panose="02020603050405020304" pitchFamily="18" charset="0"/>
              </a:rPr>
              <a:t>的栈帧</a:t>
            </a:r>
          </a:p>
        </p:txBody>
      </p:sp>
      <p:sp>
        <p:nvSpPr>
          <p:cNvPr id="30" name="矩形 29">
            <a:extLst>
              <a:ext uri="{FF2B5EF4-FFF2-40B4-BE49-F238E27FC236}">
                <a16:creationId xmlns:a16="http://schemas.microsoft.com/office/drawing/2014/main" id="{037A5AF2-3D7E-5E49-B600-4786FFC05F8C}"/>
              </a:ext>
            </a:extLst>
          </p:cNvPr>
          <p:cNvSpPr/>
          <p:nvPr/>
        </p:nvSpPr>
        <p:spPr>
          <a:xfrm>
            <a:off x="7677294" y="221098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func4(3)</a:t>
            </a:r>
            <a:r>
              <a:rPr kumimoji="1" lang="zh-CN" altLang="en-US" dirty="0">
                <a:solidFill>
                  <a:schemeClr val="tx1"/>
                </a:solidFill>
                <a:latin typeface="Times New Roman" panose="02020603050405020304" pitchFamily="18" charset="0"/>
                <a:cs typeface="Times New Roman" panose="02020603050405020304" pitchFamily="18" charset="0"/>
              </a:rPr>
              <a:t>的返回地址</a:t>
            </a:r>
            <a:r>
              <a:rPr kumimoji="1" lang="en-US" altLang="zh-CN" dirty="0">
                <a:solidFill>
                  <a:schemeClr val="tx1"/>
                </a:solidFill>
                <a:latin typeface="Times New Roman" panose="02020603050405020304" pitchFamily="18" charset="0"/>
                <a:cs typeface="Times New Roman" panose="02020603050405020304" pitchFamily="18" charset="0"/>
              </a:rPr>
              <a:t>1</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96400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phase_4</a:t>
              </a:r>
              <a:endParaRPr kumimoji="1" lang="zh-CN" altLang="en-US" sz="2400" b="1" dirty="0">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5" name="灯片编号占位符 14">
            <a:extLst>
              <a:ext uri="{FF2B5EF4-FFF2-40B4-BE49-F238E27FC236}">
                <a16:creationId xmlns:a16="http://schemas.microsoft.com/office/drawing/2014/main" id="{F1C6F950-B312-714A-8BED-0262E4241AC4}"/>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38</a:t>
            </a:fld>
            <a:endParaRPr kumimoji="1" lang="zh-CN" altLang="en-US" dirty="0">
              <a:latin typeface="Times New Roman" panose="02020603050405020304" pitchFamily="18" charset="0"/>
              <a:cs typeface="Times New Roman" panose="02020603050405020304" pitchFamily="18" charset="0"/>
            </a:endParaRPr>
          </a:p>
        </p:txBody>
      </p:sp>
      <p:pic>
        <p:nvPicPr>
          <p:cNvPr id="14" name="图片 13">
            <a:extLst>
              <a:ext uri="{FF2B5EF4-FFF2-40B4-BE49-F238E27FC236}">
                <a16:creationId xmlns:a16="http://schemas.microsoft.com/office/drawing/2014/main" id="{6193C9CD-4033-1146-B352-194B0AEC49E6}"/>
              </a:ext>
            </a:extLst>
          </p:cNvPr>
          <p:cNvPicPr>
            <a:picLocks noChangeAspect="1"/>
          </p:cNvPicPr>
          <p:nvPr/>
        </p:nvPicPr>
        <p:blipFill>
          <a:blip r:embed="rId2"/>
          <a:stretch>
            <a:fillRect/>
          </a:stretch>
        </p:blipFill>
        <p:spPr>
          <a:xfrm>
            <a:off x="318053" y="2210990"/>
            <a:ext cx="6526310" cy="3591567"/>
          </a:xfrm>
          <a:prstGeom prst="rect">
            <a:avLst/>
          </a:prstGeom>
        </p:spPr>
      </p:pic>
      <p:sp>
        <p:nvSpPr>
          <p:cNvPr id="3" name="文本框 2">
            <a:extLst>
              <a:ext uri="{FF2B5EF4-FFF2-40B4-BE49-F238E27FC236}">
                <a16:creationId xmlns:a16="http://schemas.microsoft.com/office/drawing/2014/main" id="{0F906A8C-E644-E04C-88B8-844E368A9182}"/>
              </a:ext>
            </a:extLst>
          </p:cNvPr>
          <p:cNvSpPr txBox="1"/>
          <p:nvPr/>
        </p:nvSpPr>
        <p:spPr>
          <a:xfrm>
            <a:off x="318053" y="1275399"/>
            <a:ext cx="5323893" cy="400110"/>
          </a:xfrm>
          <a:prstGeom prst="rect">
            <a:avLst/>
          </a:prstGeom>
          <a:noFill/>
        </p:spPr>
        <p:txBody>
          <a:bodyPr wrap="none" rtlCol="0">
            <a:spAutoFit/>
          </a:bodyPr>
          <a:lstStyle/>
          <a:p>
            <a:r>
              <a:rPr kumimoji="1" lang="zh-CN" altLang="en-US" sz="2000" dirty="0">
                <a:latin typeface="Times New Roman" panose="02020603050405020304" pitchFamily="18" charset="0"/>
                <a:cs typeface="Times New Roman" panose="02020603050405020304" pitchFamily="18" charset="0"/>
              </a:rPr>
              <a:t>并不是每一个</a:t>
            </a:r>
            <a:r>
              <a:rPr kumimoji="1" lang="en-US" altLang="zh-CN" sz="2000" dirty="0">
                <a:latin typeface="Times New Roman" panose="02020603050405020304" pitchFamily="18" charset="0"/>
                <a:cs typeface="Times New Roman" panose="02020603050405020304" pitchFamily="18" charset="0"/>
              </a:rPr>
              <a:t>x86-64</a:t>
            </a:r>
            <a:r>
              <a:rPr kumimoji="1" lang="zh-CN" altLang="en-US" sz="2000" dirty="0">
                <a:latin typeface="Times New Roman" panose="02020603050405020304" pitchFamily="18" charset="0"/>
                <a:cs typeface="Times New Roman" panose="02020603050405020304" pitchFamily="18" charset="0"/>
              </a:rPr>
              <a:t>过程都会在栈上分配空间</a:t>
            </a:r>
          </a:p>
        </p:txBody>
      </p:sp>
      <p:sp>
        <p:nvSpPr>
          <p:cNvPr id="4" name="矩形 3">
            <a:extLst>
              <a:ext uri="{FF2B5EF4-FFF2-40B4-BE49-F238E27FC236}">
                <a16:creationId xmlns:a16="http://schemas.microsoft.com/office/drawing/2014/main" id="{0EE985FE-F8AB-2C40-BDDF-50D1CB4BA085}"/>
              </a:ext>
            </a:extLst>
          </p:cNvPr>
          <p:cNvSpPr/>
          <p:nvPr/>
        </p:nvSpPr>
        <p:spPr>
          <a:xfrm>
            <a:off x="7677294" y="385364"/>
            <a:ext cx="2453072" cy="3651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17" name="矩形 16">
            <a:extLst>
              <a:ext uri="{FF2B5EF4-FFF2-40B4-BE49-F238E27FC236}">
                <a16:creationId xmlns:a16="http://schemas.microsoft.com/office/drawing/2014/main" id="{5FF4AA6C-2F65-1044-9097-EE61E42883B1}"/>
              </a:ext>
            </a:extLst>
          </p:cNvPr>
          <p:cNvSpPr/>
          <p:nvPr/>
        </p:nvSpPr>
        <p:spPr>
          <a:xfrm>
            <a:off x="7677294" y="75048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&lt;phase_4&gt;</a:t>
            </a:r>
            <a:r>
              <a:rPr kumimoji="1" lang="zh-CN" altLang="en-US" dirty="0">
                <a:solidFill>
                  <a:schemeClr val="tx1"/>
                </a:solidFill>
                <a:latin typeface="Times New Roman" panose="02020603050405020304" pitchFamily="18" charset="0"/>
                <a:cs typeface="Times New Roman" panose="02020603050405020304" pitchFamily="18" charset="0"/>
              </a:rPr>
              <a:t>的返回地址</a:t>
            </a:r>
          </a:p>
        </p:txBody>
      </p:sp>
      <p:pic>
        <p:nvPicPr>
          <p:cNvPr id="19" name="图片 18">
            <a:extLst>
              <a:ext uri="{FF2B5EF4-FFF2-40B4-BE49-F238E27FC236}">
                <a16:creationId xmlns:a16="http://schemas.microsoft.com/office/drawing/2014/main" id="{60B22423-194F-7C4B-9E63-A25BC579E29F}"/>
              </a:ext>
            </a:extLst>
          </p:cNvPr>
          <p:cNvPicPr>
            <a:picLocks noChangeAspect="1"/>
          </p:cNvPicPr>
          <p:nvPr/>
        </p:nvPicPr>
        <p:blipFill>
          <a:blip r:embed="rId3"/>
          <a:stretch>
            <a:fillRect/>
          </a:stretch>
        </p:blipFill>
        <p:spPr>
          <a:xfrm>
            <a:off x="318053" y="1804366"/>
            <a:ext cx="6526310" cy="406623"/>
          </a:xfrm>
          <a:prstGeom prst="rect">
            <a:avLst/>
          </a:prstGeom>
        </p:spPr>
      </p:pic>
      <p:sp>
        <p:nvSpPr>
          <p:cNvPr id="20" name="矩形 19">
            <a:extLst>
              <a:ext uri="{FF2B5EF4-FFF2-40B4-BE49-F238E27FC236}">
                <a16:creationId xmlns:a16="http://schemas.microsoft.com/office/drawing/2014/main" id="{F3F8B0A1-9B8E-3F45-B0E4-464B51165469}"/>
              </a:ext>
            </a:extLst>
          </p:cNvPr>
          <p:cNvSpPr/>
          <p:nvPr/>
        </p:nvSpPr>
        <p:spPr>
          <a:xfrm>
            <a:off x="7677294" y="1115614"/>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en-US" altLang="zh-CN" dirty="0" err="1">
                <a:solidFill>
                  <a:schemeClr val="tx1"/>
                </a:solidFill>
                <a:latin typeface="Times New Roman" panose="02020603050405020304" pitchFamily="18" charset="0"/>
                <a:cs typeface="Times New Roman" panose="02020603050405020304" pitchFamily="18" charset="0"/>
              </a:rPr>
              <a:t>rbp</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1" name="矩形 20">
            <a:extLst>
              <a:ext uri="{FF2B5EF4-FFF2-40B4-BE49-F238E27FC236}">
                <a16:creationId xmlns:a16="http://schemas.microsoft.com/office/drawing/2014/main" id="{BECA7D14-984E-7A44-BB8A-E2FD647F7840}"/>
              </a:ext>
            </a:extLst>
          </p:cNvPr>
          <p:cNvSpPr/>
          <p:nvPr/>
        </p:nvSpPr>
        <p:spPr>
          <a:xfrm>
            <a:off x="7677294" y="148073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en-US" altLang="zh-CN" dirty="0" err="1">
                <a:solidFill>
                  <a:schemeClr val="tx1"/>
                </a:solidFill>
                <a:latin typeface="Times New Roman" panose="02020603050405020304" pitchFamily="18" charset="0"/>
                <a:cs typeface="Times New Roman" panose="02020603050405020304" pitchFamily="18" charset="0"/>
              </a:rPr>
              <a:t>rbx</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2" name="矩形 21">
            <a:extLst>
              <a:ext uri="{FF2B5EF4-FFF2-40B4-BE49-F238E27FC236}">
                <a16:creationId xmlns:a16="http://schemas.microsoft.com/office/drawing/2014/main" id="{D230448D-04FF-BC45-B889-36251B2097B9}"/>
              </a:ext>
            </a:extLst>
          </p:cNvPr>
          <p:cNvSpPr/>
          <p:nvPr/>
        </p:nvSpPr>
        <p:spPr>
          <a:xfrm>
            <a:off x="7677294" y="1845864"/>
            <a:ext cx="2453072" cy="365125"/>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3" name="右大括号 22">
            <a:extLst>
              <a:ext uri="{FF2B5EF4-FFF2-40B4-BE49-F238E27FC236}">
                <a16:creationId xmlns:a16="http://schemas.microsoft.com/office/drawing/2014/main" id="{2D98E98B-83BF-B34A-A615-11F374F101D8}"/>
              </a:ext>
            </a:extLst>
          </p:cNvPr>
          <p:cNvSpPr/>
          <p:nvPr/>
        </p:nvSpPr>
        <p:spPr>
          <a:xfrm>
            <a:off x="10271406" y="9485"/>
            <a:ext cx="237117" cy="1106129"/>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24" name="文本框 23">
            <a:extLst>
              <a:ext uri="{FF2B5EF4-FFF2-40B4-BE49-F238E27FC236}">
                <a16:creationId xmlns:a16="http://schemas.microsoft.com/office/drawing/2014/main" id="{0C203A37-2126-F041-B7E7-7DCEF659514F}"/>
              </a:ext>
            </a:extLst>
          </p:cNvPr>
          <p:cNvSpPr txBox="1"/>
          <p:nvPr/>
        </p:nvSpPr>
        <p:spPr>
          <a:xfrm>
            <a:off x="10508524" y="377883"/>
            <a:ext cx="1683474"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phase_4</a:t>
            </a:r>
            <a:r>
              <a:rPr kumimoji="1" lang="zh-CN" altLang="en-US" dirty="0">
                <a:latin typeface="Times New Roman" panose="02020603050405020304" pitchFamily="18" charset="0"/>
                <a:cs typeface="Times New Roman" panose="02020603050405020304" pitchFamily="18" charset="0"/>
              </a:rPr>
              <a:t>的栈帧</a:t>
            </a:r>
          </a:p>
        </p:txBody>
      </p:sp>
      <p:sp>
        <p:nvSpPr>
          <p:cNvPr id="28" name="右大括号 27">
            <a:extLst>
              <a:ext uri="{FF2B5EF4-FFF2-40B4-BE49-F238E27FC236}">
                <a16:creationId xmlns:a16="http://schemas.microsoft.com/office/drawing/2014/main" id="{27ACE3C4-A7F4-F44E-B294-B883F3CE02F4}"/>
              </a:ext>
            </a:extLst>
          </p:cNvPr>
          <p:cNvSpPr/>
          <p:nvPr/>
        </p:nvSpPr>
        <p:spPr>
          <a:xfrm>
            <a:off x="10282628" y="1142722"/>
            <a:ext cx="237117" cy="1447703"/>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29" name="文本框 28">
            <a:extLst>
              <a:ext uri="{FF2B5EF4-FFF2-40B4-BE49-F238E27FC236}">
                <a16:creationId xmlns:a16="http://schemas.microsoft.com/office/drawing/2014/main" id="{8C2CBCD1-E58D-3A4D-BCF3-43A56C537CB1}"/>
              </a:ext>
            </a:extLst>
          </p:cNvPr>
          <p:cNvSpPr txBox="1"/>
          <p:nvPr/>
        </p:nvSpPr>
        <p:spPr>
          <a:xfrm>
            <a:off x="10519745" y="1675509"/>
            <a:ext cx="1672253"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func4(3)</a:t>
            </a:r>
            <a:r>
              <a:rPr kumimoji="1" lang="zh-CN" altLang="en-US" dirty="0">
                <a:latin typeface="Times New Roman" panose="02020603050405020304" pitchFamily="18" charset="0"/>
                <a:cs typeface="Times New Roman" panose="02020603050405020304" pitchFamily="18" charset="0"/>
              </a:rPr>
              <a:t>的栈帧</a:t>
            </a:r>
          </a:p>
        </p:txBody>
      </p:sp>
      <p:sp>
        <p:nvSpPr>
          <p:cNvPr id="30" name="矩形 29">
            <a:extLst>
              <a:ext uri="{FF2B5EF4-FFF2-40B4-BE49-F238E27FC236}">
                <a16:creationId xmlns:a16="http://schemas.microsoft.com/office/drawing/2014/main" id="{037A5AF2-3D7E-5E49-B600-4786FFC05F8C}"/>
              </a:ext>
            </a:extLst>
          </p:cNvPr>
          <p:cNvSpPr/>
          <p:nvPr/>
        </p:nvSpPr>
        <p:spPr>
          <a:xfrm>
            <a:off x="7677294" y="221098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func4(3)</a:t>
            </a:r>
            <a:r>
              <a:rPr kumimoji="1" lang="zh-CN" altLang="en-US" dirty="0">
                <a:solidFill>
                  <a:schemeClr val="tx1"/>
                </a:solidFill>
                <a:latin typeface="Times New Roman" panose="02020603050405020304" pitchFamily="18" charset="0"/>
                <a:cs typeface="Times New Roman" panose="02020603050405020304" pitchFamily="18" charset="0"/>
              </a:rPr>
              <a:t>的返回地址</a:t>
            </a:r>
            <a:r>
              <a:rPr kumimoji="1" lang="en-US" altLang="zh-CN" dirty="0">
                <a:solidFill>
                  <a:schemeClr val="tx1"/>
                </a:solidFill>
                <a:latin typeface="Times New Roman" panose="02020603050405020304" pitchFamily="18" charset="0"/>
                <a:cs typeface="Times New Roman" panose="02020603050405020304" pitchFamily="18" charset="0"/>
              </a:rPr>
              <a:t>1</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5" name="矩形 34">
            <a:extLst>
              <a:ext uri="{FF2B5EF4-FFF2-40B4-BE49-F238E27FC236}">
                <a16:creationId xmlns:a16="http://schemas.microsoft.com/office/drawing/2014/main" id="{03B771E1-2250-BC42-B58D-BD75519D27C2}"/>
              </a:ext>
            </a:extLst>
          </p:cNvPr>
          <p:cNvSpPr/>
          <p:nvPr/>
        </p:nvSpPr>
        <p:spPr>
          <a:xfrm>
            <a:off x="7677294" y="2576114"/>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en-US" altLang="zh-CN" dirty="0" err="1">
                <a:solidFill>
                  <a:schemeClr val="tx1"/>
                </a:solidFill>
                <a:latin typeface="Times New Roman" panose="02020603050405020304" pitchFamily="18" charset="0"/>
                <a:cs typeface="Times New Roman" panose="02020603050405020304" pitchFamily="18" charset="0"/>
              </a:rPr>
              <a:t>rbp</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6" name="矩形 35">
            <a:extLst>
              <a:ext uri="{FF2B5EF4-FFF2-40B4-BE49-F238E27FC236}">
                <a16:creationId xmlns:a16="http://schemas.microsoft.com/office/drawing/2014/main" id="{2D741A33-5459-5D43-B4D6-7BD0E44EAD74}"/>
              </a:ext>
            </a:extLst>
          </p:cNvPr>
          <p:cNvSpPr/>
          <p:nvPr/>
        </p:nvSpPr>
        <p:spPr>
          <a:xfrm>
            <a:off x="7677294" y="294123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en-US" altLang="zh-CN" dirty="0" err="1">
                <a:solidFill>
                  <a:schemeClr val="tx1"/>
                </a:solidFill>
                <a:latin typeface="Times New Roman" panose="02020603050405020304" pitchFamily="18" charset="0"/>
                <a:cs typeface="Times New Roman" panose="02020603050405020304" pitchFamily="18" charset="0"/>
              </a:rPr>
              <a:t>rbx</a:t>
            </a:r>
            <a:r>
              <a:rPr kumimoji="1" lang="zh-CN" altLang="en-US" dirty="0">
                <a:solidFill>
                  <a:schemeClr val="tx1"/>
                </a:solidFill>
                <a:latin typeface="Times New Roman" panose="02020603050405020304" pitchFamily="18" charset="0"/>
                <a:cs typeface="Times New Roman" panose="02020603050405020304" pitchFamily="18" charset="0"/>
              </a:rPr>
              <a:t> </a:t>
            </a: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zh-CN" altLang="en-US" dirty="0">
                <a:solidFill>
                  <a:schemeClr val="tx1"/>
                </a:solidFill>
                <a:latin typeface="Times New Roman" panose="02020603050405020304" pitchFamily="18" charset="0"/>
                <a:cs typeface="Times New Roman" panose="02020603050405020304" pitchFamily="18" charset="0"/>
              </a:rPr>
              <a:t> </a:t>
            </a:r>
            <a:r>
              <a:rPr kumimoji="1" lang="en-US" altLang="zh-CN" dirty="0">
                <a:solidFill>
                  <a:schemeClr val="tx1"/>
                </a:solidFill>
                <a:latin typeface="Times New Roman" panose="02020603050405020304" pitchFamily="18" charset="0"/>
                <a:cs typeface="Times New Roman" panose="02020603050405020304" pitchFamily="18" charset="0"/>
              </a:rPr>
              <a:t>3</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7" name="矩形 36">
            <a:extLst>
              <a:ext uri="{FF2B5EF4-FFF2-40B4-BE49-F238E27FC236}">
                <a16:creationId xmlns:a16="http://schemas.microsoft.com/office/drawing/2014/main" id="{F427CB31-0AF2-2842-94B2-CA6DC7543D8E}"/>
              </a:ext>
            </a:extLst>
          </p:cNvPr>
          <p:cNvSpPr/>
          <p:nvPr/>
        </p:nvSpPr>
        <p:spPr>
          <a:xfrm>
            <a:off x="7677294" y="3306364"/>
            <a:ext cx="2453072" cy="365125"/>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8" name="右大括号 37">
            <a:extLst>
              <a:ext uri="{FF2B5EF4-FFF2-40B4-BE49-F238E27FC236}">
                <a16:creationId xmlns:a16="http://schemas.microsoft.com/office/drawing/2014/main" id="{0505D557-3557-FD4E-9AA3-1C1A1CD061E1}"/>
              </a:ext>
            </a:extLst>
          </p:cNvPr>
          <p:cNvSpPr/>
          <p:nvPr/>
        </p:nvSpPr>
        <p:spPr>
          <a:xfrm>
            <a:off x="10282628" y="2603222"/>
            <a:ext cx="237117" cy="1447703"/>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39" name="文本框 38">
            <a:extLst>
              <a:ext uri="{FF2B5EF4-FFF2-40B4-BE49-F238E27FC236}">
                <a16:creationId xmlns:a16="http://schemas.microsoft.com/office/drawing/2014/main" id="{8BF67994-F2E6-334C-9D61-F01724A47C93}"/>
              </a:ext>
            </a:extLst>
          </p:cNvPr>
          <p:cNvSpPr txBox="1"/>
          <p:nvPr/>
        </p:nvSpPr>
        <p:spPr>
          <a:xfrm>
            <a:off x="10519745" y="3136009"/>
            <a:ext cx="1672253"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func4(2)</a:t>
            </a:r>
            <a:r>
              <a:rPr kumimoji="1" lang="zh-CN" altLang="en-US" dirty="0">
                <a:latin typeface="Times New Roman" panose="02020603050405020304" pitchFamily="18" charset="0"/>
                <a:cs typeface="Times New Roman" panose="02020603050405020304" pitchFamily="18" charset="0"/>
              </a:rPr>
              <a:t>的栈帧</a:t>
            </a:r>
          </a:p>
        </p:txBody>
      </p:sp>
      <p:sp>
        <p:nvSpPr>
          <p:cNvPr id="40" name="矩形 39">
            <a:extLst>
              <a:ext uri="{FF2B5EF4-FFF2-40B4-BE49-F238E27FC236}">
                <a16:creationId xmlns:a16="http://schemas.microsoft.com/office/drawing/2014/main" id="{31A34DC2-3A9A-D941-9A7C-FD521108FF2F}"/>
              </a:ext>
            </a:extLst>
          </p:cNvPr>
          <p:cNvSpPr/>
          <p:nvPr/>
        </p:nvSpPr>
        <p:spPr>
          <a:xfrm>
            <a:off x="7677294" y="367148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func4(2)</a:t>
            </a:r>
            <a:r>
              <a:rPr kumimoji="1" lang="zh-CN" altLang="en-US" dirty="0">
                <a:solidFill>
                  <a:schemeClr val="tx1"/>
                </a:solidFill>
                <a:latin typeface="Times New Roman" panose="02020603050405020304" pitchFamily="18" charset="0"/>
                <a:cs typeface="Times New Roman" panose="02020603050405020304" pitchFamily="18" charset="0"/>
              </a:rPr>
              <a:t>的返回地址</a:t>
            </a:r>
            <a:r>
              <a:rPr kumimoji="1" lang="en-US" altLang="zh-CN" dirty="0">
                <a:solidFill>
                  <a:schemeClr val="tx1"/>
                </a:solidFill>
                <a:latin typeface="Times New Roman" panose="02020603050405020304" pitchFamily="18" charset="0"/>
                <a:cs typeface="Times New Roman" panose="02020603050405020304" pitchFamily="18" charset="0"/>
              </a:rPr>
              <a:t>1</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47" name="文本框 46">
            <a:extLst>
              <a:ext uri="{FF2B5EF4-FFF2-40B4-BE49-F238E27FC236}">
                <a16:creationId xmlns:a16="http://schemas.microsoft.com/office/drawing/2014/main" id="{B6F959E0-55E5-9F45-B2DB-F5AAF41798D4}"/>
              </a:ext>
            </a:extLst>
          </p:cNvPr>
          <p:cNvSpPr txBox="1"/>
          <p:nvPr/>
        </p:nvSpPr>
        <p:spPr>
          <a:xfrm>
            <a:off x="318053" y="496957"/>
            <a:ext cx="7428637" cy="584775"/>
          </a:xfrm>
          <a:prstGeom prst="rect">
            <a:avLst/>
          </a:prstGeom>
          <a:noFill/>
        </p:spPr>
        <p:txBody>
          <a:bodyPr wrap="none" rtlCol="0">
            <a:spAutoFit/>
          </a:bodyPr>
          <a:lstStyle/>
          <a:p>
            <a:r>
              <a:rPr kumimoji="1" lang="zh-CN" altLang="en-US" sz="3200" dirty="0">
                <a:latin typeface="Times New Roman" panose="02020603050405020304" pitchFamily="18" charset="0"/>
                <a:cs typeface="Times New Roman" panose="02020603050405020304" pitchFamily="18" charset="0"/>
              </a:rPr>
              <a:t>递归调用的运行时栈</a:t>
            </a:r>
            <a:r>
              <a:rPr kumimoji="1" lang="en-US" altLang="zh-CN" sz="3200" baseline="-25000" dirty="0">
                <a:latin typeface="Times New Roman" panose="02020603050405020304" pitchFamily="18" charset="0"/>
                <a:cs typeface="Times New Roman" panose="02020603050405020304" pitchFamily="18" charset="0"/>
              </a:rPr>
              <a:t>   </a:t>
            </a:r>
            <a:r>
              <a:rPr kumimoji="1" lang="zh-CN" altLang="en-US" sz="3200" baseline="-25000" dirty="0">
                <a:solidFill>
                  <a:schemeClr val="bg2">
                    <a:lumMod val="50000"/>
                  </a:schemeClr>
                </a:solidFill>
                <a:latin typeface="Times New Roman" panose="02020603050405020304" pitchFamily="18" charset="0"/>
                <a:cs typeface="Times New Roman" panose="02020603050405020304" pitchFamily="18" charset="0"/>
              </a:rPr>
              <a:t>以</a:t>
            </a:r>
            <a:r>
              <a:rPr kumimoji="1" lang="en-US" altLang="zh-CN" sz="3200" baseline="-25000" dirty="0">
                <a:solidFill>
                  <a:schemeClr val="bg2">
                    <a:lumMod val="50000"/>
                  </a:schemeClr>
                </a:solidFill>
                <a:latin typeface="Times New Roman" panose="02020603050405020304" pitchFamily="18" charset="0"/>
                <a:cs typeface="Times New Roman" panose="02020603050405020304" pitchFamily="18" charset="0"/>
              </a:rPr>
              <a:t>phase_4</a:t>
            </a:r>
            <a:r>
              <a:rPr kumimoji="1" lang="zh-CN" altLang="en-US" sz="3200" baseline="-25000" dirty="0">
                <a:solidFill>
                  <a:schemeClr val="bg2">
                    <a:lumMod val="50000"/>
                  </a:schemeClr>
                </a:solidFill>
                <a:latin typeface="Times New Roman" panose="02020603050405020304" pitchFamily="18" charset="0"/>
                <a:cs typeface="Times New Roman" panose="02020603050405020304" pitchFamily="18" charset="0"/>
              </a:rPr>
              <a:t>调用</a:t>
            </a:r>
            <a:r>
              <a:rPr kumimoji="1" lang="en-US" altLang="zh-CN" sz="3200" baseline="-25000" dirty="0">
                <a:solidFill>
                  <a:schemeClr val="bg2">
                    <a:lumMod val="50000"/>
                  </a:schemeClr>
                </a:solidFill>
                <a:latin typeface="Times New Roman" panose="02020603050405020304" pitchFamily="18" charset="0"/>
                <a:cs typeface="Times New Roman" panose="02020603050405020304" pitchFamily="18" charset="0"/>
              </a:rPr>
              <a:t>func4(3)</a:t>
            </a:r>
            <a:r>
              <a:rPr kumimoji="1" lang="zh-CN" altLang="en-US" sz="3200" baseline="-25000" dirty="0">
                <a:solidFill>
                  <a:schemeClr val="bg2">
                    <a:lumMod val="50000"/>
                  </a:schemeClr>
                </a:solidFill>
                <a:latin typeface="Times New Roman" panose="02020603050405020304" pitchFamily="18" charset="0"/>
                <a:cs typeface="Times New Roman" panose="02020603050405020304" pitchFamily="18" charset="0"/>
              </a:rPr>
              <a:t>为例</a:t>
            </a:r>
            <a:endParaRPr kumimoji="1" lang="zh-CN" altLang="en-US" sz="3200" dirty="0">
              <a:solidFill>
                <a:schemeClr val="bg2">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30290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phase_4</a:t>
              </a:r>
              <a:endParaRPr kumimoji="1" lang="zh-CN" altLang="en-US" sz="2400" b="1" dirty="0">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5" name="灯片编号占位符 14">
            <a:extLst>
              <a:ext uri="{FF2B5EF4-FFF2-40B4-BE49-F238E27FC236}">
                <a16:creationId xmlns:a16="http://schemas.microsoft.com/office/drawing/2014/main" id="{F1C6F950-B312-714A-8BED-0262E4241AC4}"/>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39</a:t>
            </a:fld>
            <a:endParaRPr kumimoji="1" lang="zh-CN" altLang="en-US" dirty="0">
              <a:latin typeface="Times New Roman" panose="02020603050405020304" pitchFamily="18" charset="0"/>
              <a:cs typeface="Times New Roman" panose="02020603050405020304" pitchFamily="18" charset="0"/>
            </a:endParaRPr>
          </a:p>
        </p:txBody>
      </p:sp>
      <p:pic>
        <p:nvPicPr>
          <p:cNvPr id="14" name="图片 13">
            <a:extLst>
              <a:ext uri="{FF2B5EF4-FFF2-40B4-BE49-F238E27FC236}">
                <a16:creationId xmlns:a16="http://schemas.microsoft.com/office/drawing/2014/main" id="{6193C9CD-4033-1146-B352-194B0AEC49E6}"/>
              </a:ext>
            </a:extLst>
          </p:cNvPr>
          <p:cNvPicPr>
            <a:picLocks noChangeAspect="1"/>
          </p:cNvPicPr>
          <p:nvPr/>
        </p:nvPicPr>
        <p:blipFill>
          <a:blip r:embed="rId2"/>
          <a:stretch>
            <a:fillRect/>
          </a:stretch>
        </p:blipFill>
        <p:spPr>
          <a:xfrm>
            <a:off x="318053" y="2210990"/>
            <a:ext cx="6526310" cy="3591567"/>
          </a:xfrm>
          <a:prstGeom prst="rect">
            <a:avLst/>
          </a:prstGeom>
        </p:spPr>
      </p:pic>
      <p:sp>
        <p:nvSpPr>
          <p:cNvPr id="3" name="文本框 2">
            <a:extLst>
              <a:ext uri="{FF2B5EF4-FFF2-40B4-BE49-F238E27FC236}">
                <a16:creationId xmlns:a16="http://schemas.microsoft.com/office/drawing/2014/main" id="{0F906A8C-E644-E04C-88B8-844E368A9182}"/>
              </a:ext>
            </a:extLst>
          </p:cNvPr>
          <p:cNvSpPr txBox="1"/>
          <p:nvPr/>
        </p:nvSpPr>
        <p:spPr>
          <a:xfrm>
            <a:off x="318053" y="1275399"/>
            <a:ext cx="5323893" cy="400110"/>
          </a:xfrm>
          <a:prstGeom prst="rect">
            <a:avLst/>
          </a:prstGeom>
          <a:noFill/>
        </p:spPr>
        <p:txBody>
          <a:bodyPr wrap="none" rtlCol="0">
            <a:spAutoFit/>
          </a:bodyPr>
          <a:lstStyle/>
          <a:p>
            <a:r>
              <a:rPr kumimoji="1" lang="zh-CN" altLang="en-US" sz="2000" dirty="0">
                <a:latin typeface="Times New Roman" panose="02020603050405020304" pitchFamily="18" charset="0"/>
                <a:cs typeface="Times New Roman" panose="02020603050405020304" pitchFamily="18" charset="0"/>
              </a:rPr>
              <a:t>并不是每一个</a:t>
            </a:r>
            <a:r>
              <a:rPr kumimoji="1" lang="en-US" altLang="zh-CN" sz="2000" dirty="0">
                <a:latin typeface="Times New Roman" panose="02020603050405020304" pitchFamily="18" charset="0"/>
                <a:cs typeface="Times New Roman" panose="02020603050405020304" pitchFamily="18" charset="0"/>
              </a:rPr>
              <a:t>x86-64</a:t>
            </a:r>
            <a:r>
              <a:rPr kumimoji="1" lang="zh-CN" altLang="en-US" sz="2000" dirty="0">
                <a:latin typeface="Times New Roman" panose="02020603050405020304" pitchFamily="18" charset="0"/>
                <a:cs typeface="Times New Roman" panose="02020603050405020304" pitchFamily="18" charset="0"/>
              </a:rPr>
              <a:t>过程都会在栈上分配空间</a:t>
            </a:r>
          </a:p>
        </p:txBody>
      </p:sp>
      <p:sp>
        <p:nvSpPr>
          <p:cNvPr id="4" name="矩形 3">
            <a:extLst>
              <a:ext uri="{FF2B5EF4-FFF2-40B4-BE49-F238E27FC236}">
                <a16:creationId xmlns:a16="http://schemas.microsoft.com/office/drawing/2014/main" id="{0EE985FE-F8AB-2C40-BDDF-50D1CB4BA085}"/>
              </a:ext>
            </a:extLst>
          </p:cNvPr>
          <p:cNvSpPr/>
          <p:nvPr/>
        </p:nvSpPr>
        <p:spPr>
          <a:xfrm>
            <a:off x="7677294" y="385364"/>
            <a:ext cx="2453072" cy="3651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17" name="矩形 16">
            <a:extLst>
              <a:ext uri="{FF2B5EF4-FFF2-40B4-BE49-F238E27FC236}">
                <a16:creationId xmlns:a16="http://schemas.microsoft.com/office/drawing/2014/main" id="{5FF4AA6C-2F65-1044-9097-EE61E42883B1}"/>
              </a:ext>
            </a:extLst>
          </p:cNvPr>
          <p:cNvSpPr/>
          <p:nvPr/>
        </p:nvSpPr>
        <p:spPr>
          <a:xfrm>
            <a:off x="7677294" y="75048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&lt;phase_4&gt;</a:t>
            </a:r>
            <a:r>
              <a:rPr kumimoji="1" lang="zh-CN" altLang="en-US" dirty="0">
                <a:solidFill>
                  <a:schemeClr val="tx1"/>
                </a:solidFill>
                <a:latin typeface="Times New Roman" panose="02020603050405020304" pitchFamily="18" charset="0"/>
                <a:cs typeface="Times New Roman" panose="02020603050405020304" pitchFamily="18" charset="0"/>
              </a:rPr>
              <a:t>的返回地址</a:t>
            </a:r>
          </a:p>
        </p:txBody>
      </p:sp>
      <p:pic>
        <p:nvPicPr>
          <p:cNvPr id="19" name="图片 18">
            <a:extLst>
              <a:ext uri="{FF2B5EF4-FFF2-40B4-BE49-F238E27FC236}">
                <a16:creationId xmlns:a16="http://schemas.microsoft.com/office/drawing/2014/main" id="{60B22423-194F-7C4B-9E63-A25BC579E29F}"/>
              </a:ext>
            </a:extLst>
          </p:cNvPr>
          <p:cNvPicPr>
            <a:picLocks noChangeAspect="1"/>
          </p:cNvPicPr>
          <p:nvPr/>
        </p:nvPicPr>
        <p:blipFill>
          <a:blip r:embed="rId3"/>
          <a:stretch>
            <a:fillRect/>
          </a:stretch>
        </p:blipFill>
        <p:spPr>
          <a:xfrm>
            <a:off x="318053" y="1804366"/>
            <a:ext cx="6526310" cy="406623"/>
          </a:xfrm>
          <a:prstGeom prst="rect">
            <a:avLst/>
          </a:prstGeom>
        </p:spPr>
      </p:pic>
      <p:sp>
        <p:nvSpPr>
          <p:cNvPr id="20" name="矩形 19">
            <a:extLst>
              <a:ext uri="{FF2B5EF4-FFF2-40B4-BE49-F238E27FC236}">
                <a16:creationId xmlns:a16="http://schemas.microsoft.com/office/drawing/2014/main" id="{F3F8B0A1-9B8E-3F45-B0E4-464B51165469}"/>
              </a:ext>
            </a:extLst>
          </p:cNvPr>
          <p:cNvSpPr/>
          <p:nvPr/>
        </p:nvSpPr>
        <p:spPr>
          <a:xfrm>
            <a:off x="7677294" y="1115614"/>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en-US" altLang="zh-CN" dirty="0" err="1">
                <a:solidFill>
                  <a:schemeClr val="tx1"/>
                </a:solidFill>
                <a:latin typeface="Times New Roman" panose="02020603050405020304" pitchFamily="18" charset="0"/>
                <a:cs typeface="Times New Roman" panose="02020603050405020304" pitchFamily="18" charset="0"/>
              </a:rPr>
              <a:t>rbp</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1" name="矩形 20">
            <a:extLst>
              <a:ext uri="{FF2B5EF4-FFF2-40B4-BE49-F238E27FC236}">
                <a16:creationId xmlns:a16="http://schemas.microsoft.com/office/drawing/2014/main" id="{BECA7D14-984E-7A44-BB8A-E2FD647F7840}"/>
              </a:ext>
            </a:extLst>
          </p:cNvPr>
          <p:cNvSpPr/>
          <p:nvPr/>
        </p:nvSpPr>
        <p:spPr>
          <a:xfrm>
            <a:off x="7677294" y="148073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en-US" altLang="zh-CN" dirty="0" err="1">
                <a:solidFill>
                  <a:schemeClr val="tx1"/>
                </a:solidFill>
                <a:latin typeface="Times New Roman" panose="02020603050405020304" pitchFamily="18" charset="0"/>
                <a:cs typeface="Times New Roman" panose="02020603050405020304" pitchFamily="18" charset="0"/>
              </a:rPr>
              <a:t>rbx</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2" name="矩形 21">
            <a:extLst>
              <a:ext uri="{FF2B5EF4-FFF2-40B4-BE49-F238E27FC236}">
                <a16:creationId xmlns:a16="http://schemas.microsoft.com/office/drawing/2014/main" id="{D230448D-04FF-BC45-B889-36251B2097B9}"/>
              </a:ext>
            </a:extLst>
          </p:cNvPr>
          <p:cNvSpPr/>
          <p:nvPr/>
        </p:nvSpPr>
        <p:spPr>
          <a:xfrm>
            <a:off x="7677294" y="1845864"/>
            <a:ext cx="2453072" cy="365125"/>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3" name="右大括号 22">
            <a:extLst>
              <a:ext uri="{FF2B5EF4-FFF2-40B4-BE49-F238E27FC236}">
                <a16:creationId xmlns:a16="http://schemas.microsoft.com/office/drawing/2014/main" id="{2D98E98B-83BF-B34A-A615-11F374F101D8}"/>
              </a:ext>
            </a:extLst>
          </p:cNvPr>
          <p:cNvSpPr/>
          <p:nvPr/>
        </p:nvSpPr>
        <p:spPr>
          <a:xfrm>
            <a:off x="10271406" y="9485"/>
            <a:ext cx="237117" cy="1106129"/>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24" name="文本框 23">
            <a:extLst>
              <a:ext uri="{FF2B5EF4-FFF2-40B4-BE49-F238E27FC236}">
                <a16:creationId xmlns:a16="http://schemas.microsoft.com/office/drawing/2014/main" id="{0C203A37-2126-F041-B7E7-7DCEF659514F}"/>
              </a:ext>
            </a:extLst>
          </p:cNvPr>
          <p:cNvSpPr txBox="1"/>
          <p:nvPr/>
        </p:nvSpPr>
        <p:spPr>
          <a:xfrm>
            <a:off x="10508524" y="377883"/>
            <a:ext cx="1683474"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phase_4</a:t>
            </a:r>
            <a:r>
              <a:rPr kumimoji="1" lang="zh-CN" altLang="en-US" dirty="0">
                <a:latin typeface="Times New Roman" panose="02020603050405020304" pitchFamily="18" charset="0"/>
                <a:cs typeface="Times New Roman" panose="02020603050405020304" pitchFamily="18" charset="0"/>
              </a:rPr>
              <a:t>的栈帧</a:t>
            </a:r>
          </a:p>
        </p:txBody>
      </p:sp>
      <p:sp>
        <p:nvSpPr>
          <p:cNvPr id="28" name="右大括号 27">
            <a:extLst>
              <a:ext uri="{FF2B5EF4-FFF2-40B4-BE49-F238E27FC236}">
                <a16:creationId xmlns:a16="http://schemas.microsoft.com/office/drawing/2014/main" id="{27ACE3C4-A7F4-F44E-B294-B883F3CE02F4}"/>
              </a:ext>
            </a:extLst>
          </p:cNvPr>
          <p:cNvSpPr/>
          <p:nvPr/>
        </p:nvSpPr>
        <p:spPr>
          <a:xfrm>
            <a:off x="10282628" y="1142722"/>
            <a:ext cx="237117" cy="1447703"/>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29" name="文本框 28">
            <a:extLst>
              <a:ext uri="{FF2B5EF4-FFF2-40B4-BE49-F238E27FC236}">
                <a16:creationId xmlns:a16="http://schemas.microsoft.com/office/drawing/2014/main" id="{8C2CBCD1-E58D-3A4D-BCF3-43A56C537CB1}"/>
              </a:ext>
            </a:extLst>
          </p:cNvPr>
          <p:cNvSpPr txBox="1"/>
          <p:nvPr/>
        </p:nvSpPr>
        <p:spPr>
          <a:xfrm>
            <a:off x="10519745" y="1675509"/>
            <a:ext cx="1672253"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func4(3)</a:t>
            </a:r>
            <a:r>
              <a:rPr kumimoji="1" lang="zh-CN" altLang="en-US" dirty="0">
                <a:latin typeface="Times New Roman" panose="02020603050405020304" pitchFamily="18" charset="0"/>
                <a:cs typeface="Times New Roman" panose="02020603050405020304" pitchFamily="18" charset="0"/>
              </a:rPr>
              <a:t>的栈帧</a:t>
            </a:r>
          </a:p>
        </p:txBody>
      </p:sp>
      <p:sp>
        <p:nvSpPr>
          <p:cNvPr id="30" name="矩形 29">
            <a:extLst>
              <a:ext uri="{FF2B5EF4-FFF2-40B4-BE49-F238E27FC236}">
                <a16:creationId xmlns:a16="http://schemas.microsoft.com/office/drawing/2014/main" id="{037A5AF2-3D7E-5E49-B600-4786FFC05F8C}"/>
              </a:ext>
            </a:extLst>
          </p:cNvPr>
          <p:cNvSpPr/>
          <p:nvPr/>
        </p:nvSpPr>
        <p:spPr>
          <a:xfrm>
            <a:off x="7677294" y="221098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func4(3)</a:t>
            </a:r>
            <a:r>
              <a:rPr kumimoji="1" lang="zh-CN" altLang="en-US" dirty="0">
                <a:solidFill>
                  <a:schemeClr val="tx1"/>
                </a:solidFill>
                <a:latin typeface="Times New Roman" panose="02020603050405020304" pitchFamily="18" charset="0"/>
                <a:cs typeface="Times New Roman" panose="02020603050405020304" pitchFamily="18" charset="0"/>
              </a:rPr>
              <a:t>的返回地址</a:t>
            </a:r>
            <a:r>
              <a:rPr kumimoji="1" lang="en-US" altLang="zh-CN" dirty="0">
                <a:solidFill>
                  <a:schemeClr val="tx1"/>
                </a:solidFill>
                <a:latin typeface="Times New Roman" panose="02020603050405020304" pitchFamily="18" charset="0"/>
                <a:cs typeface="Times New Roman" panose="02020603050405020304" pitchFamily="18" charset="0"/>
              </a:rPr>
              <a:t>1</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5" name="矩形 34">
            <a:extLst>
              <a:ext uri="{FF2B5EF4-FFF2-40B4-BE49-F238E27FC236}">
                <a16:creationId xmlns:a16="http://schemas.microsoft.com/office/drawing/2014/main" id="{03B771E1-2250-BC42-B58D-BD75519D27C2}"/>
              </a:ext>
            </a:extLst>
          </p:cNvPr>
          <p:cNvSpPr/>
          <p:nvPr/>
        </p:nvSpPr>
        <p:spPr>
          <a:xfrm>
            <a:off x="7677294" y="2576114"/>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en-US" altLang="zh-CN" dirty="0" err="1">
                <a:solidFill>
                  <a:schemeClr val="tx1"/>
                </a:solidFill>
                <a:latin typeface="Times New Roman" panose="02020603050405020304" pitchFamily="18" charset="0"/>
                <a:cs typeface="Times New Roman" panose="02020603050405020304" pitchFamily="18" charset="0"/>
              </a:rPr>
              <a:t>rbp</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6" name="矩形 35">
            <a:extLst>
              <a:ext uri="{FF2B5EF4-FFF2-40B4-BE49-F238E27FC236}">
                <a16:creationId xmlns:a16="http://schemas.microsoft.com/office/drawing/2014/main" id="{2D741A33-5459-5D43-B4D6-7BD0E44EAD74}"/>
              </a:ext>
            </a:extLst>
          </p:cNvPr>
          <p:cNvSpPr/>
          <p:nvPr/>
        </p:nvSpPr>
        <p:spPr>
          <a:xfrm>
            <a:off x="7677294" y="294123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en-US" altLang="zh-CN" dirty="0" err="1">
                <a:solidFill>
                  <a:schemeClr val="tx1"/>
                </a:solidFill>
                <a:latin typeface="Times New Roman" panose="02020603050405020304" pitchFamily="18" charset="0"/>
                <a:cs typeface="Times New Roman" panose="02020603050405020304" pitchFamily="18" charset="0"/>
              </a:rPr>
              <a:t>rbx</a:t>
            </a:r>
            <a:r>
              <a:rPr kumimoji="1" lang="zh-CN" altLang="en-US" dirty="0">
                <a:solidFill>
                  <a:schemeClr val="tx1"/>
                </a:solidFill>
                <a:latin typeface="Times New Roman" panose="02020603050405020304" pitchFamily="18" charset="0"/>
                <a:cs typeface="Times New Roman" panose="02020603050405020304" pitchFamily="18" charset="0"/>
              </a:rPr>
              <a:t> </a:t>
            </a: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zh-CN" altLang="en-US" dirty="0">
                <a:solidFill>
                  <a:schemeClr val="tx1"/>
                </a:solidFill>
                <a:latin typeface="Times New Roman" panose="02020603050405020304" pitchFamily="18" charset="0"/>
                <a:cs typeface="Times New Roman" panose="02020603050405020304" pitchFamily="18" charset="0"/>
              </a:rPr>
              <a:t> </a:t>
            </a:r>
            <a:r>
              <a:rPr kumimoji="1" lang="en-US" altLang="zh-CN" dirty="0">
                <a:solidFill>
                  <a:schemeClr val="tx1"/>
                </a:solidFill>
                <a:latin typeface="Times New Roman" panose="02020603050405020304" pitchFamily="18" charset="0"/>
                <a:cs typeface="Times New Roman" panose="02020603050405020304" pitchFamily="18" charset="0"/>
              </a:rPr>
              <a:t>3</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7" name="矩形 36">
            <a:extLst>
              <a:ext uri="{FF2B5EF4-FFF2-40B4-BE49-F238E27FC236}">
                <a16:creationId xmlns:a16="http://schemas.microsoft.com/office/drawing/2014/main" id="{F427CB31-0AF2-2842-94B2-CA6DC7543D8E}"/>
              </a:ext>
            </a:extLst>
          </p:cNvPr>
          <p:cNvSpPr/>
          <p:nvPr/>
        </p:nvSpPr>
        <p:spPr>
          <a:xfrm>
            <a:off x="7677294" y="3306364"/>
            <a:ext cx="2453072" cy="365125"/>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8" name="右大括号 37">
            <a:extLst>
              <a:ext uri="{FF2B5EF4-FFF2-40B4-BE49-F238E27FC236}">
                <a16:creationId xmlns:a16="http://schemas.microsoft.com/office/drawing/2014/main" id="{0505D557-3557-FD4E-9AA3-1C1A1CD061E1}"/>
              </a:ext>
            </a:extLst>
          </p:cNvPr>
          <p:cNvSpPr/>
          <p:nvPr/>
        </p:nvSpPr>
        <p:spPr>
          <a:xfrm>
            <a:off x="10282628" y="2603222"/>
            <a:ext cx="237117" cy="1447703"/>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39" name="文本框 38">
            <a:extLst>
              <a:ext uri="{FF2B5EF4-FFF2-40B4-BE49-F238E27FC236}">
                <a16:creationId xmlns:a16="http://schemas.microsoft.com/office/drawing/2014/main" id="{8BF67994-F2E6-334C-9D61-F01724A47C93}"/>
              </a:ext>
            </a:extLst>
          </p:cNvPr>
          <p:cNvSpPr txBox="1"/>
          <p:nvPr/>
        </p:nvSpPr>
        <p:spPr>
          <a:xfrm>
            <a:off x="10519745" y="3136009"/>
            <a:ext cx="1672253"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func4(2)</a:t>
            </a:r>
            <a:r>
              <a:rPr kumimoji="1" lang="zh-CN" altLang="en-US" dirty="0">
                <a:latin typeface="Times New Roman" panose="02020603050405020304" pitchFamily="18" charset="0"/>
                <a:cs typeface="Times New Roman" panose="02020603050405020304" pitchFamily="18" charset="0"/>
              </a:rPr>
              <a:t>的栈帧</a:t>
            </a:r>
          </a:p>
        </p:txBody>
      </p:sp>
      <p:sp>
        <p:nvSpPr>
          <p:cNvPr id="40" name="矩形 39">
            <a:extLst>
              <a:ext uri="{FF2B5EF4-FFF2-40B4-BE49-F238E27FC236}">
                <a16:creationId xmlns:a16="http://schemas.microsoft.com/office/drawing/2014/main" id="{31A34DC2-3A9A-D941-9A7C-FD521108FF2F}"/>
              </a:ext>
            </a:extLst>
          </p:cNvPr>
          <p:cNvSpPr/>
          <p:nvPr/>
        </p:nvSpPr>
        <p:spPr>
          <a:xfrm>
            <a:off x="7677294" y="367148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func4(2)</a:t>
            </a:r>
            <a:r>
              <a:rPr kumimoji="1" lang="zh-CN" altLang="en-US" dirty="0">
                <a:solidFill>
                  <a:schemeClr val="tx1"/>
                </a:solidFill>
                <a:latin typeface="Times New Roman" panose="02020603050405020304" pitchFamily="18" charset="0"/>
                <a:cs typeface="Times New Roman" panose="02020603050405020304" pitchFamily="18" charset="0"/>
              </a:rPr>
              <a:t>的返回地址</a:t>
            </a:r>
            <a:r>
              <a:rPr kumimoji="1" lang="en-US" altLang="zh-CN" dirty="0">
                <a:solidFill>
                  <a:schemeClr val="tx1"/>
                </a:solidFill>
                <a:latin typeface="Times New Roman" panose="02020603050405020304" pitchFamily="18" charset="0"/>
                <a:cs typeface="Times New Roman" panose="02020603050405020304" pitchFamily="18" charset="0"/>
              </a:rPr>
              <a:t>1</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1" name="矩形 30">
            <a:extLst>
              <a:ext uri="{FF2B5EF4-FFF2-40B4-BE49-F238E27FC236}">
                <a16:creationId xmlns:a16="http://schemas.microsoft.com/office/drawing/2014/main" id="{6A87A583-FE04-5D4D-A630-E1BD6C838ACF}"/>
              </a:ext>
            </a:extLst>
          </p:cNvPr>
          <p:cNvSpPr/>
          <p:nvPr/>
        </p:nvSpPr>
        <p:spPr>
          <a:xfrm>
            <a:off x="7677294" y="403742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en-US" altLang="zh-CN" dirty="0" err="1">
                <a:solidFill>
                  <a:schemeClr val="tx1"/>
                </a:solidFill>
                <a:latin typeface="Times New Roman" panose="02020603050405020304" pitchFamily="18" charset="0"/>
                <a:cs typeface="Times New Roman" panose="02020603050405020304" pitchFamily="18" charset="0"/>
              </a:rPr>
              <a:t>rbp</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2" name="矩形 31">
            <a:extLst>
              <a:ext uri="{FF2B5EF4-FFF2-40B4-BE49-F238E27FC236}">
                <a16:creationId xmlns:a16="http://schemas.microsoft.com/office/drawing/2014/main" id="{5BFF3477-6F9D-9044-BDB3-B74D1B17E8A6}"/>
              </a:ext>
            </a:extLst>
          </p:cNvPr>
          <p:cNvSpPr/>
          <p:nvPr/>
        </p:nvSpPr>
        <p:spPr>
          <a:xfrm>
            <a:off x="7677294" y="4402554"/>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en-US" altLang="zh-CN" dirty="0" err="1">
                <a:solidFill>
                  <a:schemeClr val="tx1"/>
                </a:solidFill>
                <a:latin typeface="Times New Roman" panose="02020603050405020304" pitchFamily="18" charset="0"/>
                <a:cs typeface="Times New Roman" panose="02020603050405020304" pitchFamily="18" charset="0"/>
              </a:rPr>
              <a:t>rbx</a:t>
            </a:r>
            <a:r>
              <a:rPr kumimoji="1" lang="zh-CN" altLang="en-US" dirty="0">
                <a:solidFill>
                  <a:schemeClr val="tx1"/>
                </a:solidFill>
                <a:latin typeface="Times New Roman" panose="02020603050405020304" pitchFamily="18" charset="0"/>
                <a:cs typeface="Times New Roman" panose="02020603050405020304" pitchFamily="18" charset="0"/>
              </a:rPr>
              <a:t> </a:t>
            </a: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zh-CN" altLang="en-US" dirty="0">
                <a:solidFill>
                  <a:schemeClr val="tx1"/>
                </a:solidFill>
                <a:latin typeface="Times New Roman" panose="02020603050405020304" pitchFamily="18" charset="0"/>
                <a:cs typeface="Times New Roman" panose="02020603050405020304" pitchFamily="18" charset="0"/>
              </a:rPr>
              <a:t> </a:t>
            </a:r>
            <a:r>
              <a:rPr kumimoji="1" lang="en-US" altLang="zh-CN" dirty="0">
                <a:solidFill>
                  <a:schemeClr val="tx1"/>
                </a:solidFill>
                <a:latin typeface="Times New Roman" panose="02020603050405020304" pitchFamily="18" charset="0"/>
                <a:cs typeface="Times New Roman" panose="02020603050405020304" pitchFamily="18" charset="0"/>
              </a:rPr>
              <a:t>2</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3" name="矩形 32">
            <a:extLst>
              <a:ext uri="{FF2B5EF4-FFF2-40B4-BE49-F238E27FC236}">
                <a16:creationId xmlns:a16="http://schemas.microsoft.com/office/drawing/2014/main" id="{F650F110-3466-FC47-B0AB-84AFEF63E60C}"/>
              </a:ext>
            </a:extLst>
          </p:cNvPr>
          <p:cNvSpPr/>
          <p:nvPr/>
        </p:nvSpPr>
        <p:spPr>
          <a:xfrm>
            <a:off x="7677294" y="4767679"/>
            <a:ext cx="2453072" cy="365125"/>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4" name="右大括号 33">
            <a:extLst>
              <a:ext uri="{FF2B5EF4-FFF2-40B4-BE49-F238E27FC236}">
                <a16:creationId xmlns:a16="http://schemas.microsoft.com/office/drawing/2014/main" id="{1A24A162-7F07-CE45-BE2E-7AA7ED864699}"/>
              </a:ext>
            </a:extLst>
          </p:cNvPr>
          <p:cNvSpPr/>
          <p:nvPr/>
        </p:nvSpPr>
        <p:spPr>
          <a:xfrm>
            <a:off x="10282628" y="4064538"/>
            <a:ext cx="237117" cy="1077556"/>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41" name="文本框 40">
            <a:extLst>
              <a:ext uri="{FF2B5EF4-FFF2-40B4-BE49-F238E27FC236}">
                <a16:creationId xmlns:a16="http://schemas.microsoft.com/office/drawing/2014/main" id="{10E0777E-172A-3F46-ABD6-C592FDEAA16A}"/>
              </a:ext>
            </a:extLst>
          </p:cNvPr>
          <p:cNvSpPr txBox="1"/>
          <p:nvPr/>
        </p:nvSpPr>
        <p:spPr>
          <a:xfrm>
            <a:off x="10519745" y="4418650"/>
            <a:ext cx="1672253"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func4(1)</a:t>
            </a:r>
            <a:r>
              <a:rPr kumimoji="1" lang="zh-CN" altLang="en-US" dirty="0">
                <a:latin typeface="Times New Roman" panose="02020603050405020304" pitchFamily="18" charset="0"/>
                <a:cs typeface="Times New Roman" panose="02020603050405020304" pitchFamily="18" charset="0"/>
              </a:rPr>
              <a:t>的栈帧</a:t>
            </a:r>
          </a:p>
        </p:txBody>
      </p:sp>
      <p:sp>
        <p:nvSpPr>
          <p:cNvPr id="43" name="文本框 42">
            <a:extLst>
              <a:ext uri="{FF2B5EF4-FFF2-40B4-BE49-F238E27FC236}">
                <a16:creationId xmlns:a16="http://schemas.microsoft.com/office/drawing/2014/main" id="{BB1E6793-6CDF-6A40-A9CA-EE788E6B6E2A}"/>
              </a:ext>
            </a:extLst>
          </p:cNvPr>
          <p:cNvSpPr txBox="1"/>
          <p:nvPr/>
        </p:nvSpPr>
        <p:spPr>
          <a:xfrm>
            <a:off x="318053" y="496957"/>
            <a:ext cx="7428637" cy="584775"/>
          </a:xfrm>
          <a:prstGeom prst="rect">
            <a:avLst/>
          </a:prstGeom>
          <a:noFill/>
        </p:spPr>
        <p:txBody>
          <a:bodyPr wrap="none" rtlCol="0">
            <a:spAutoFit/>
          </a:bodyPr>
          <a:lstStyle/>
          <a:p>
            <a:r>
              <a:rPr kumimoji="1" lang="zh-CN" altLang="en-US" sz="3200" dirty="0">
                <a:latin typeface="Times New Roman" panose="02020603050405020304" pitchFamily="18" charset="0"/>
                <a:cs typeface="Times New Roman" panose="02020603050405020304" pitchFamily="18" charset="0"/>
              </a:rPr>
              <a:t>递归调用的运行时栈</a:t>
            </a:r>
            <a:r>
              <a:rPr kumimoji="1" lang="en-US" altLang="zh-CN" sz="3200" baseline="-25000" dirty="0">
                <a:latin typeface="Times New Roman" panose="02020603050405020304" pitchFamily="18" charset="0"/>
                <a:cs typeface="Times New Roman" panose="02020603050405020304" pitchFamily="18" charset="0"/>
              </a:rPr>
              <a:t>   </a:t>
            </a:r>
            <a:r>
              <a:rPr kumimoji="1" lang="zh-CN" altLang="en-US" sz="3200" baseline="-25000" dirty="0">
                <a:solidFill>
                  <a:schemeClr val="bg2">
                    <a:lumMod val="50000"/>
                  </a:schemeClr>
                </a:solidFill>
                <a:latin typeface="Times New Roman" panose="02020603050405020304" pitchFamily="18" charset="0"/>
                <a:cs typeface="Times New Roman" panose="02020603050405020304" pitchFamily="18" charset="0"/>
              </a:rPr>
              <a:t>以</a:t>
            </a:r>
            <a:r>
              <a:rPr kumimoji="1" lang="en-US" altLang="zh-CN" sz="3200" baseline="-25000" dirty="0">
                <a:solidFill>
                  <a:schemeClr val="bg2">
                    <a:lumMod val="50000"/>
                  </a:schemeClr>
                </a:solidFill>
                <a:latin typeface="Times New Roman" panose="02020603050405020304" pitchFamily="18" charset="0"/>
                <a:cs typeface="Times New Roman" panose="02020603050405020304" pitchFamily="18" charset="0"/>
              </a:rPr>
              <a:t>phase_4</a:t>
            </a:r>
            <a:r>
              <a:rPr kumimoji="1" lang="zh-CN" altLang="en-US" sz="3200" baseline="-25000" dirty="0">
                <a:solidFill>
                  <a:schemeClr val="bg2">
                    <a:lumMod val="50000"/>
                  </a:schemeClr>
                </a:solidFill>
                <a:latin typeface="Times New Roman" panose="02020603050405020304" pitchFamily="18" charset="0"/>
                <a:cs typeface="Times New Roman" panose="02020603050405020304" pitchFamily="18" charset="0"/>
              </a:rPr>
              <a:t>调用</a:t>
            </a:r>
            <a:r>
              <a:rPr kumimoji="1" lang="en-US" altLang="zh-CN" sz="3200" baseline="-25000" dirty="0">
                <a:solidFill>
                  <a:schemeClr val="bg2">
                    <a:lumMod val="50000"/>
                  </a:schemeClr>
                </a:solidFill>
                <a:latin typeface="Times New Roman" panose="02020603050405020304" pitchFamily="18" charset="0"/>
                <a:cs typeface="Times New Roman" panose="02020603050405020304" pitchFamily="18" charset="0"/>
              </a:rPr>
              <a:t>func4(3)</a:t>
            </a:r>
            <a:r>
              <a:rPr kumimoji="1" lang="zh-CN" altLang="en-US" sz="3200" baseline="-25000" dirty="0">
                <a:solidFill>
                  <a:schemeClr val="bg2">
                    <a:lumMod val="50000"/>
                  </a:schemeClr>
                </a:solidFill>
                <a:latin typeface="Times New Roman" panose="02020603050405020304" pitchFamily="18" charset="0"/>
                <a:cs typeface="Times New Roman" panose="02020603050405020304" pitchFamily="18" charset="0"/>
              </a:rPr>
              <a:t>为例</a:t>
            </a:r>
            <a:endParaRPr kumimoji="1" lang="zh-CN" altLang="en-US" sz="3200" dirty="0">
              <a:solidFill>
                <a:schemeClr val="bg2">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50118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phase_4</a:t>
              </a:r>
              <a:endParaRPr kumimoji="1" lang="zh-CN" altLang="en-US" sz="2400" b="1" dirty="0">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5" name="灯片编号占位符 14">
            <a:extLst>
              <a:ext uri="{FF2B5EF4-FFF2-40B4-BE49-F238E27FC236}">
                <a16:creationId xmlns:a16="http://schemas.microsoft.com/office/drawing/2014/main" id="{F1C6F950-B312-714A-8BED-0262E4241AC4}"/>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40</a:t>
            </a:fld>
            <a:endParaRPr kumimoji="1" lang="zh-CN" altLang="en-US" dirty="0">
              <a:latin typeface="Times New Roman" panose="02020603050405020304" pitchFamily="18" charset="0"/>
              <a:cs typeface="Times New Roman" panose="02020603050405020304" pitchFamily="18" charset="0"/>
            </a:endParaRPr>
          </a:p>
        </p:txBody>
      </p:sp>
      <p:pic>
        <p:nvPicPr>
          <p:cNvPr id="14" name="图片 13">
            <a:extLst>
              <a:ext uri="{FF2B5EF4-FFF2-40B4-BE49-F238E27FC236}">
                <a16:creationId xmlns:a16="http://schemas.microsoft.com/office/drawing/2014/main" id="{6193C9CD-4033-1146-B352-194B0AEC49E6}"/>
              </a:ext>
            </a:extLst>
          </p:cNvPr>
          <p:cNvPicPr>
            <a:picLocks noChangeAspect="1"/>
          </p:cNvPicPr>
          <p:nvPr/>
        </p:nvPicPr>
        <p:blipFill>
          <a:blip r:embed="rId2"/>
          <a:stretch>
            <a:fillRect/>
          </a:stretch>
        </p:blipFill>
        <p:spPr>
          <a:xfrm>
            <a:off x="318053" y="2210990"/>
            <a:ext cx="6526310" cy="3591567"/>
          </a:xfrm>
          <a:prstGeom prst="rect">
            <a:avLst/>
          </a:prstGeom>
        </p:spPr>
      </p:pic>
      <p:sp>
        <p:nvSpPr>
          <p:cNvPr id="3" name="文本框 2">
            <a:extLst>
              <a:ext uri="{FF2B5EF4-FFF2-40B4-BE49-F238E27FC236}">
                <a16:creationId xmlns:a16="http://schemas.microsoft.com/office/drawing/2014/main" id="{0F906A8C-E644-E04C-88B8-844E368A9182}"/>
              </a:ext>
            </a:extLst>
          </p:cNvPr>
          <p:cNvSpPr txBox="1"/>
          <p:nvPr/>
        </p:nvSpPr>
        <p:spPr>
          <a:xfrm>
            <a:off x="318053" y="1275399"/>
            <a:ext cx="5323893" cy="400110"/>
          </a:xfrm>
          <a:prstGeom prst="rect">
            <a:avLst/>
          </a:prstGeom>
          <a:noFill/>
        </p:spPr>
        <p:txBody>
          <a:bodyPr wrap="none" rtlCol="0">
            <a:spAutoFit/>
          </a:bodyPr>
          <a:lstStyle/>
          <a:p>
            <a:r>
              <a:rPr kumimoji="1" lang="zh-CN" altLang="en-US" sz="2000" dirty="0">
                <a:latin typeface="Times New Roman" panose="02020603050405020304" pitchFamily="18" charset="0"/>
                <a:cs typeface="Times New Roman" panose="02020603050405020304" pitchFamily="18" charset="0"/>
              </a:rPr>
              <a:t>并不是每一个</a:t>
            </a:r>
            <a:r>
              <a:rPr kumimoji="1" lang="en-US" altLang="zh-CN" sz="2000" dirty="0">
                <a:latin typeface="Times New Roman" panose="02020603050405020304" pitchFamily="18" charset="0"/>
                <a:cs typeface="Times New Roman" panose="02020603050405020304" pitchFamily="18" charset="0"/>
              </a:rPr>
              <a:t>x86-64</a:t>
            </a:r>
            <a:r>
              <a:rPr kumimoji="1" lang="zh-CN" altLang="en-US" sz="2000" dirty="0">
                <a:latin typeface="Times New Roman" panose="02020603050405020304" pitchFamily="18" charset="0"/>
                <a:cs typeface="Times New Roman" panose="02020603050405020304" pitchFamily="18" charset="0"/>
              </a:rPr>
              <a:t>过程都会在栈上分配空间</a:t>
            </a:r>
          </a:p>
        </p:txBody>
      </p:sp>
      <p:sp>
        <p:nvSpPr>
          <p:cNvPr id="4" name="矩形 3">
            <a:extLst>
              <a:ext uri="{FF2B5EF4-FFF2-40B4-BE49-F238E27FC236}">
                <a16:creationId xmlns:a16="http://schemas.microsoft.com/office/drawing/2014/main" id="{0EE985FE-F8AB-2C40-BDDF-50D1CB4BA085}"/>
              </a:ext>
            </a:extLst>
          </p:cNvPr>
          <p:cNvSpPr/>
          <p:nvPr/>
        </p:nvSpPr>
        <p:spPr>
          <a:xfrm>
            <a:off x="7677294" y="385364"/>
            <a:ext cx="2453072" cy="3651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17" name="矩形 16">
            <a:extLst>
              <a:ext uri="{FF2B5EF4-FFF2-40B4-BE49-F238E27FC236}">
                <a16:creationId xmlns:a16="http://schemas.microsoft.com/office/drawing/2014/main" id="{5FF4AA6C-2F65-1044-9097-EE61E42883B1}"/>
              </a:ext>
            </a:extLst>
          </p:cNvPr>
          <p:cNvSpPr/>
          <p:nvPr/>
        </p:nvSpPr>
        <p:spPr>
          <a:xfrm>
            <a:off x="7677294" y="75048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&lt;phase_4&gt;</a:t>
            </a:r>
            <a:r>
              <a:rPr kumimoji="1" lang="zh-CN" altLang="en-US" dirty="0">
                <a:solidFill>
                  <a:schemeClr val="tx1"/>
                </a:solidFill>
                <a:latin typeface="Times New Roman" panose="02020603050405020304" pitchFamily="18" charset="0"/>
                <a:cs typeface="Times New Roman" panose="02020603050405020304" pitchFamily="18" charset="0"/>
              </a:rPr>
              <a:t>的返回地址</a:t>
            </a:r>
          </a:p>
        </p:txBody>
      </p:sp>
      <p:pic>
        <p:nvPicPr>
          <p:cNvPr id="19" name="图片 18">
            <a:extLst>
              <a:ext uri="{FF2B5EF4-FFF2-40B4-BE49-F238E27FC236}">
                <a16:creationId xmlns:a16="http://schemas.microsoft.com/office/drawing/2014/main" id="{60B22423-194F-7C4B-9E63-A25BC579E29F}"/>
              </a:ext>
            </a:extLst>
          </p:cNvPr>
          <p:cNvPicPr>
            <a:picLocks noChangeAspect="1"/>
          </p:cNvPicPr>
          <p:nvPr/>
        </p:nvPicPr>
        <p:blipFill>
          <a:blip r:embed="rId3"/>
          <a:stretch>
            <a:fillRect/>
          </a:stretch>
        </p:blipFill>
        <p:spPr>
          <a:xfrm>
            <a:off x="318053" y="1804366"/>
            <a:ext cx="6526310" cy="406623"/>
          </a:xfrm>
          <a:prstGeom prst="rect">
            <a:avLst/>
          </a:prstGeom>
        </p:spPr>
      </p:pic>
      <p:sp>
        <p:nvSpPr>
          <p:cNvPr id="20" name="矩形 19">
            <a:extLst>
              <a:ext uri="{FF2B5EF4-FFF2-40B4-BE49-F238E27FC236}">
                <a16:creationId xmlns:a16="http://schemas.microsoft.com/office/drawing/2014/main" id="{F3F8B0A1-9B8E-3F45-B0E4-464B51165469}"/>
              </a:ext>
            </a:extLst>
          </p:cNvPr>
          <p:cNvSpPr/>
          <p:nvPr/>
        </p:nvSpPr>
        <p:spPr>
          <a:xfrm>
            <a:off x="7677294" y="1115614"/>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en-US" altLang="zh-CN" dirty="0" err="1">
                <a:solidFill>
                  <a:schemeClr val="tx1"/>
                </a:solidFill>
                <a:latin typeface="Times New Roman" panose="02020603050405020304" pitchFamily="18" charset="0"/>
                <a:cs typeface="Times New Roman" panose="02020603050405020304" pitchFamily="18" charset="0"/>
              </a:rPr>
              <a:t>rbp</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1" name="矩形 20">
            <a:extLst>
              <a:ext uri="{FF2B5EF4-FFF2-40B4-BE49-F238E27FC236}">
                <a16:creationId xmlns:a16="http://schemas.microsoft.com/office/drawing/2014/main" id="{BECA7D14-984E-7A44-BB8A-E2FD647F7840}"/>
              </a:ext>
            </a:extLst>
          </p:cNvPr>
          <p:cNvSpPr/>
          <p:nvPr/>
        </p:nvSpPr>
        <p:spPr>
          <a:xfrm>
            <a:off x="7677294" y="148073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en-US" altLang="zh-CN" dirty="0" err="1">
                <a:solidFill>
                  <a:schemeClr val="tx1"/>
                </a:solidFill>
                <a:latin typeface="Times New Roman" panose="02020603050405020304" pitchFamily="18" charset="0"/>
                <a:cs typeface="Times New Roman" panose="02020603050405020304" pitchFamily="18" charset="0"/>
              </a:rPr>
              <a:t>rbx</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2" name="矩形 21">
            <a:extLst>
              <a:ext uri="{FF2B5EF4-FFF2-40B4-BE49-F238E27FC236}">
                <a16:creationId xmlns:a16="http://schemas.microsoft.com/office/drawing/2014/main" id="{D230448D-04FF-BC45-B889-36251B2097B9}"/>
              </a:ext>
            </a:extLst>
          </p:cNvPr>
          <p:cNvSpPr/>
          <p:nvPr/>
        </p:nvSpPr>
        <p:spPr>
          <a:xfrm>
            <a:off x="7677294" y="1845864"/>
            <a:ext cx="2453072" cy="365125"/>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3" name="右大括号 22">
            <a:extLst>
              <a:ext uri="{FF2B5EF4-FFF2-40B4-BE49-F238E27FC236}">
                <a16:creationId xmlns:a16="http://schemas.microsoft.com/office/drawing/2014/main" id="{2D98E98B-83BF-B34A-A615-11F374F101D8}"/>
              </a:ext>
            </a:extLst>
          </p:cNvPr>
          <p:cNvSpPr/>
          <p:nvPr/>
        </p:nvSpPr>
        <p:spPr>
          <a:xfrm>
            <a:off x="10271406" y="9485"/>
            <a:ext cx="237117" cy="1106129"/>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24" name="文本框 23">
            <a:extLst>
              <a:ext uri="{FF2B5EF4-FFF2-40B4-BE49-F238E27FC236}">
                <a16:creationId xmlns:a16="http://schemas.microsoft.com/office/drawing/2014/main" id="{0C203A37-2126-F041-B7E7-7DCEF659514F}"/>
              </a:ext>
            </a:extLst>
          </p:cNvPr>
          <p:cNvSpPr txBox="1"/>
          <p:nvPr/>
        </p:nvSpPr>
        <p:spPr>
          <a:xfrm>
            <a:off x="10508524" y="377883"/>
            <a:ext cx="1683474"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phase_4</a:t>
            </a:r>
            <a:r>
              <a:rPr kumimoji="1" lang="zh-CN" altLang="en-US" dirty="0">
                <a:latin typeface="Times New Roman" panose="02020603050405020304" pitchFamily="18" charset="0"/>
                <a:cs typeface="Times New Roman" panose="02020603050405020304" pitchFamily="18" charset="0"/>
              </a:rPr>
              <a:t>的栈帧</a:t>
            </a:r>
          </a:p>
        </p:txBody>
      </p:sp>
      <p:sp>
        <p:nvSpPr>
          <p:cNvPr id="28" name="右大括号 27">
            <a:extLst>
              <a:ext uri="{FF2B5EF4-FFF2-40B4-BE49-F238E27FC236}">
                <a16:creationId xmlns:a16="http://schemas.microsoft.com/office/drawing/2014/main" id="{27ACE3C4-A7F4-F44E-B294-B883F3CE02F4}"/>
              </a:ext>
            </a:extLst>
          </p:cNvPr>
          <p:cNvSpPr/>
          <p:nvPr/>
        </p:nvSpPr>
        <p:spPr>
          <a:xfrm>
            <a:off x="10282628" y="1142722"/>
            <a:ext cx="237117" cy="1447703"/>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29" name="文本框 28">
            <a:extLst>
              <a:ext uri="{FF2B5EF4-FFF2-40B4-BE49-F238E27FC236}">
                <a16:creationId xmlns:a16="http://schemas.microsoft.com/office/drawing/2014/main" id="{8C2CBCD1-E58D-3A4D-BCF3-43A56C537CB1}"/>
              </a:ext>
            </a:extLst>
          </p:cNvPr>
          <p:cNvSpPr txBox="1"/>
          <p:nvPr/>
        </p:nvSpPr>
        <p:spPr>
          <a:xfrm>
            <a:off x="10519745" y="1675509"/>
            <a:ext cx="1672253"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func4(3)</a:t>
            </a:r>
            <a:r>
              <a:rPr kumimoji="1" lang="zh-CN" altLang="en-US" dirty="0">
                <a:latin typeface="Times New Roman" panose="02020603050405020304" pitchFamily="18" charset="0"/>
                <a:cs typeface="Times New Roman" panose="02020603050405020304" pitchFamily="18" charset="0"/>
              </a:rPr>
              <a:t>的栈帧</a:t>
            </a:r>
          </a:p>
        </p:txBody>
      </p:sp>
      <p:sp>
        <p:nvSpPr>
          <p:cNvPr id="30" name="矩形 29">
            <a:extLst>
              <a:ext uri="{FF2B5EF4-FFF2-40B4-BE49-F238E27FC236}">
                <a16:creationId xmlns:a16="http://schemas.microsoft.com/office/drawing/2014/main" id="{037A5AF2-3D7E-5E49-B600-4786FFC05F8C}"/>
              </a:ext>
            </a:extLst>
          </p:cNvPr>
          <p:cNvSpPr/>
          <p:nvPr/>
        </p:nvSpPr>
        <p:spPr>
          <a:xfrm>
            <a:off x="7677294" y="221098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func4(3)</a:t>
            </a:r>
            <a:r>
              <a:rPr kumimoji="1" lang="zh-CN" altLang="en-US" dirty="0">
                <a:solidFill>
                  <a:schemeClr val="tx1"/>
                </a:solidFill>
                <a:latin typeface="Times New Roman" panose="02020603050405020304" pitchFamily="18" charset="0"/>
                <a:cs typeface="Times New Roman" panose="02020603050405020304" pitchFamily="18" charset="0"/>
              </a:rPr>
              <a:t>的返回地址</a:t>
            </a:r>
            <a:r>
              <a:rPr kumimoji="1" lang="en-US" altLang="zh-CN" dirty="0">
                <a:solidFill>
                  <a:schemeClr val="tx1"/>
                </a:solidFill>
                <a:latin typeface="Times New Roman" panose="02020603050405020304" pitchFamily="18" charset="0"/>
                <a:cs typeface="Times New Roman" panose="02020603050405020304" pitchFamily="18" charset="0"/>
              </a:rPr>
              <a:t>1</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5" name="矩形 34">
            <a:extLst>
              <a:ext uri="{FF2B5EF4-FFF2-40B4-BE49-F238E27FC236}">
                <a16:creationId xmlns:a16="http://schemas.microsoft.com/office/drawing/2014/main" id="{03B771E1-2250-BC42-B58D-BD75519D27C2}"/>
              </a:ext>
            </a:extLst>
          </p:cNvPr>
          <p:cNvSpPr/>
          <p:nvPr/>
        </p:nvSpPr>
        <p:spPr>
          <a:xfrm>
            <a:off x="7677294" y="2576114"/>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en-US" altLang="zh-CN" dirty="0" err="1">
                <a:solidFill>
                  <a:schemeClr val="tx1"/>
                </a:solidFill>
                <a:latin typeface="Times New Roman" panose="02020603050405020304" pitchFamily="18" charset="0"/>
                <a:cs typeface="Times New Roman" panose="02020603050405020304" pitchFamily="18" charset="0"/>
              </a:rPr>
              <a:t>rbp</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6" name="矩形 35">
            <a:extLst>
              <a:ext uri="{FF2B5EF4-FFF2-40B4-BE49-F238E27FC236}">
                <a16:creationId xmlns:a16="http://schemas.microsoft.com/office/drawing/2014/main" id="{2D741A33-5459-5D43-B4D6-7BD0E44EAD74}"/>
              </a:ext>
            </a:extLst>
          </p:cNvPr>
          <p:cNvSpPr/>
          <p:nvPr/>
        </p:nvSpPr>
        <p:spPr>
          <a:xfrm>
            <a:off x="7677294" y="294123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en-US" altLang="zh-CN" dirty="0" err="1">
                <a:solidFill>
                  <a:schemeClr val="tx1"/>
                </a:solidFill>
                <a:latin typeface="Times New Roman" panose="02020603050405020304" pitchFamily="18" charset="0"/>
                <a:cs typeface="Times New Roman" panose="02020603050405020304" pitchFamily="18" charset="0"/>
              </a:rPr>
              <a:t>rbx</a:t>
            </a:r>
            <a:r>
              <a:rPr kumimoji="1" lang="zh-CN" altLang="en-US" dirty="0">
                <a:solidFill>
                  <a:schemeClr val="tx1"/>
                </a:solidFill>
                <a:latin typeface="Times New Roman" panose="02020603050405020304" pitchFamily="18" charset="0"/>
                <a:cs typeface="Times New Roman" panose="02020603050405020304" pitchFamily="18" charset="0"/>
              </a:rPr>
              <a:t> </a:t>
            </a: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zh-CN" altLang="en-US" dirty="0">
                <a:solidFill>
                  <a:schemeClr val="tx1"/>
                </a:solidFill>
                <a:latin typeface="Times New Roman" panose="02020603050405020304" pitchFamily="18" charset="0"/>
                <a:cs typeface="Times New Roman" panose="02020603050405020304" pitchFamily="18" charset="0"/>
              </a:rPr>
              <a:t> </a:t>
            </a:r>
            <a:r>
              <a:rPr kumimoji="1" lang="en-US" altLang="zh-CN" dirty="0">
                <a:solidFill>
                  <a:schemeClr val="tx1"/>
                </a:solidFill>
                <a:latin typeface="Times New Roman" panose="02020603050405020304" pitchFamily="18" charset="0"/>
                <a:cs typeface="Times New Roman" panose="02020603050405020304" pitchFamily="18" charset="0"/>
              </a:rPr>
              <a:t>3</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7" name="矩形 36">
            <a:extLst>
              <a:ext uri="{FF2B5EF4-FFF2-40B4-BE49-F238E27FC236}">
                <a16:creationId xmlns:a16="http://schemas.microsoft.com/office/drawing/2014/main" id="{F427CB31-0AF2-2842-94B2-CA6DC7543D8E}"/>
              </a:ext>
            </a:extLst>
          </p:cNvPr>
          <p:cNvSpPr/>
          <p:nvPr/>
        </p:nvSpPr>
        <p:spPr>
          <a:xfrm>
            <a:off x="7677294" y="3306364"/>
            <a:ext cx="2453072" cy="365125"/>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8" name="右大括号 37">
            <a:extLst>
              <a:ext uri="{FF2B5EF4-FFF2-40B4-BE49-F238E27FC236}">
                <a16:creationId xmlns:a16="http://schemas.microsoft.com/office/drawing/2014/main" id="{0505D557-3557-FD4E-9AA3-1C1A1CD061E1}"/>
              </a:ext>
            </a:extLst>
          </p:cNvPr>
          <p:cNvSpPr/>
          <p:nvPr/>
        </p:nvSpPr>
        <p:spPr>
          <a:xfrm>
            <a:off x="10282628" y="2603222"/>
            <a:ext cx="237117" cy="1068267"/>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39" name="文本框 38">
            <a:extLst>
              <a:ext uri="{FF2B5EF4-FFF2-40B4-BE49-F238E27FC236}">
                <a16:creationId xmlns:a16="http://schemas.microsoft.com/office/drawing/2014/main" id="{8BF67994-F2E6-334C-9D61-F01724A47C93}"/>
              </a:ext>
            </a:extLst>
          </p:cNvPr>
          <p:cNvSpPr txBox="1"/>
          <p:nvPr/>
        </p:nvSpPr>
        <p:spPr>
          <a:xfrm>
            <a:off x="10519745" y="2946422"/>
            <a:ext cx="1672253"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func4(2)</a:t>
            </a:r>
            <a:r>
              <a:rPr kumimoji="1" lang="zh-CN" altLang="en-US" dirty="0">
                <a:latin typeface="Times New Roman" panose="02020603050405020304" pitchFamily="18" charset="0"/>
                <a:cs typeface="Times New Roman" panose="02020603050405020304" pitchFamily="18" charset="0"/>
              </a:rPr>
              <a:t>的栈帧</a:t>
            </a:r>
          </a:p>
        </p:txBody>
      </p:sp>
      <p:sp>
        <p:nvSpPr>
          <p:cNvPr id="43" name="文本框 42">
            <a:extLst>
              <a:ext uri="{FF2B5EF4-FFF2-40B4-BE49-F238E27FC236}">
                <a16:creationId xmlns:a16="http://schemas.microsoft.com/office/drawing/2014/main" id="{BB1E6793-6CDF-6A40-A9CA-EE788E6B6E2A}"/>
              </a:ext>
            </a:extLst>
          </p:cNvPr>
          <p:cNvSpPr txBox="1"/>
          <p:nvPr/>
        </p:nvSpPr>
        <p:spPr>
          <a:xfrm>
            <a:off x="318053" y="496957"/>
            <a:ext cx="7428637" cy="584775"/>
          </a:xfrm>
          <a:prstGeom prst="rect">
            <a:avLst/>
          </a:prstGeom>
          <a:noFill/>
        </p:spPr>
        <p:txBody>
          <a:bodyPr wrap="none" rtlCol="0">
            <a:spAutoFit/>
          </a:bodyPr>
          <a:lstStyle/>
          <a:p>
            <a:r>
              <a:rPr kumimoji="1" lang="zh-CN" altLang="en-US" sz="3200" dirty="0">
                <a:latin typeface="Times New Roman" panose="02020603050405020304" pitchFamily="18" charset="0"/>
                <a:cs typeface="Times New Roman" panose="02020603050405020304" pitchFamily="18" charset="0"/>
              </a:rPr>
              <a:t>递归调用的运行时栈</a:t>
            </a:r>
            <a:r>
              <a:rPr kumimoji="1" lang="en-US" altLang="zh-CN" sz="3200" baseline="-25000" dirty="0">
                <a:latin typeface="Times New Roman" panose="02020603050405020304" pitchFamily="18" charset="0"/>
                <a:cs typeface="Times New Roman" panose="02020603050405020304" pitchFamily="18" charset="0"/>
              </a:rPr>
              <a:t>   </a:t>
            </a:r>
            <a:r>
              <a:rPr kumimoji="1" lang="zh-CN" altLang="en-US" sz="3200" baseline="-25000" dirty="0">
                <a:solidFill>
                  <a:schemeClr val="bg2">
                    <a:lumMod val="50000"/>
                  </a:schemeClr>
                </a:solidFill>
                <a:latin typeface="Times New Roman" panose="02020603050405020304" pitchFamily="18" charset="0"/>
                <a:cs typeface="Times New Roman" panose="02020603050405020304" pitchFamily="18" charset="0"/>
              </a:rPr>
              <a:t>以</a:t>
            </a:r>
            <a:r>
              <a:rPr kumimoji="1" lang="en-US" altLang="zh-CN" sz="3200" baseline="-25000" dirty="0">
                <a:solidFill>
                  <a:schemeClr val="bg2">
                    <a:lumMod val="50000"/>
                  </a:schemeClr>
                </a:solidFill>
                <a:latin typeface="Times New Roman" panose="02020603050405020304" pitchFamily="18" charset="0"/>
                <a:cs typeface="Times New Roman" panose="02020603050405020304" pitchFamily="18" charset="0"/>
              </a:rPr>
              <a:t>phase_4</a:t>
            </a:r>
            <a:r>
              <a:rPr kumimoji="1" lang="zh-CN" altLang="en-US" sz="3200" baseline="-25000" dirty="0">
                <a:solidFill>
                  <a:schemeClr val="bg2">
                    <a:lumMod val="50000"/>
                  </a:schemeClr>
                </a:solidFill>
                <a:latin typeface="Times New Roman" panose="02020603050405020304" pitchFamily="18" charset="0"/>
                <a:cs typeface="Times New Roman" panose="02020603050405020304" pitchFamily="18" charset="0"/>
              </a:rPr>
              <a:t>调用</a:t>
            </a:r>
            <a:r>
              <a:rPr kumimoji="1" lang="en-US" altLang="zh-CN" sz="3200" baseline="-25000" dirty="0">
                <a:solidFill>
                  <a:schemeClr val="bg2">
                    <a:lumMod val="50000"/>
                  </a:schemeClr>
                </a:solidFill>
                <a:latin typeface="Times New Roman" panose="02020603050405020304" pitchFamily="18" charset="0"/>
                <a:cs typeface="Times New Roman" panose="02020603050405020304" pitchFamily="18" charset="0"/>
              </a:rPr>
              <a:t>func4(3)</a:t>
            </a:r>
            <a:r>
              <a:rPr kumimoji="1" lang="zh-CN" altLang="en-US" sz="3200" baseline="-25000" dirty="0">
                <a:solidFill>
                  <a:schemeClr val="bg2">
                    <a:lumMod val="50000"/>
                  </a:schemeClr>
                </a:solidFill>
                <a:latin typeface="Times New Roman" panose="02020603050405020304" pitchFamily="18" charset="0"/>
                <a:cs typeface="Times New Roman" panose="02020603050405020304" pitchFamily="18" charset="0"/>
              </a:rPr>
              <a:t>为例</a:t>
            </a:r>
            <a:endParaRPr kumimoji="1" lang="zh-CN" altLang="en-US" sz="3200" dirty="0">
              <a:solidFill>
                <a:schemeClr val="bg2">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81953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phase_4</a:t>
              </a:r>
              <a:endParaRPr kumimoji="1" lang="zh-CN" altLang="en-US" sz="2400" b="1" dirty="0">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5" name="灯片编号占位符 14">
            <a:extLst>
              <a:ext uri="{FF2B5EF4-FFF2-40B4-BE49-F238E27FC236}">
                <a16:creationId xmlns:a16="http://schemas.microsoft.com/office/drawing/2014/main" id="{F1C6F950-B312-714A-8BED-0262E4241AC4}"/>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41</a:t>
            </a:fld>
            <a:endParaRPr kumimoji="1" lang="zh-CN" altLang="en-US" dirty="0">
              <a:latin typeface="Times New Roman" panose="02020603050405020304" pitchFamily="18" charset="0"/>
              <a:cs typeface="Times New Roman" panose="02020603050405020304" pitchFamily="18" charset="0"/>
            </a:endParaRPr>
          </a:p>
        </p:txBody>
      </p:sp>
      <p:pic>
        <p:nvPicPr>
          <p:cNvPr id="14" name="图片 13">
            <a:extLst>
              <a:ext uri="{FF2B5EF4-FFF2-40B4-BE49-F238E27FC236}">
                <a16:creationId xmlns:a16="http://schemas.microsoft.com/office/drawing/2014/main" id="{6193C9CD-4033-1146-B352-194B0AEC49E6}"/>
              </a:ext>
            </a:extLst>
          </p:cNvPr>
          <p:cNvPicPr>
            <a:picLocks noChangeAspect="1"/>
          </p:cNvPicPr>
          <p:nvPr/>
        </p:nvPicPr>
        <p:blipFill>
          <a:blip r:embed="rId2"/>
          <a:stretch>
            <a:fillRect/>
          </a:stretch>
        </p:blipFill>
        <p:spPr>
          <a:xfrm>
            <a:off x="318053" y="2210990"/>
            <a:ext cx="6526310" cy="3591567"/>
          </a:xfrm>
          <a:prstGeom prst="rect">
            <a:avLst/>
          </a:prstGeom>
        </p:spPr>
      </p:pic>
      <p:sp>
        <p:nvSpPr>
          <p:cNvPr id="3" name="文本框 2">
            <a:extLst>
              <a:ext uri="{FF2B5EF4-FFF2-40B4-BE49-F238E27FC236}">
                <a16:creationId xmlns:a16="http://schemas.microsoft.com/office/drawing/2014/main" id="{0F906A8C-E644-E04C-88B8-844E368A9182}"/>
              </a:ext>
            </a:extLst>
          </p:cNvPr>
          <p:cNvSpPr txBox="1"/>
          <p:nvPr/>
        </p:nvSpPr>
        <p:spPr>
          <a:xfrm>
            <a:off x="318053" y="1275399"/>
            <a:ext cx="5323893" cy="400110"/>
          </a:xfrm>
          <a:prstGeom prst="rect">
            <a:avLst/>
          </a:prstGeom>
          <a:noFill/>
        </p:spPr>
        <p:txBody>
          <a:bodyPr wrap="none" rtlCol="0">
            <a:spAutoFit/>
          </a:bodyPr>
          <a:lstStyle/>
          <a:p>
            <a:r>
              <a:rPr kumimoji="1" lang="zh-CN" altLang="en-US" sz="2000" dirty="0">
                <a:latin typeface="Times New Roman" panose="02020603050405020304" pitchFamily="18" charset="0"/>
                <a:cs typeface="Times New Roman" panose="02020603050405020304" pitchFamily="18" charset="0"/>
              </a:rPr>
              <a:t>并不是每一个</a:t>
            </a:r>
            <a:r>
              <a:rPr kumimoji="1" lang="en-US" altLang="zh-CN" sz="2000" dirty="0">
                <a:latin typeface="Times New Roman" panose="02020603050405020304" pitchFamily="18" charset="0"/>
                <a:cs typeface="Times New Roman" panose="02020603050405020304" pitchFamily="18" charset="0"/>
              </a:rPr>
              <a:t>x86-64</a:t>
            </a:r>
            <a:r>
              <a:rPr kumimoji="1" lang="zh-CN" altLang="en-US" sz="2000" dirty="0">
                <a:latin typeface="Times New Roman" panose="02020603050405020304" pitchFamily="18" charset="0"/>
                <a:cs typeface="Times New Roman" panose="02020603050405020304" pitchFamily="18" charset="0"/>
              </a:rPr>
              <a:t>过程都会在栈上分配空间</a:t>
            </a:r>
          </a:p>
        </p:txBody>
      </p:sp>
      <p:sp>
        <p:nvSpPr>
          <p:cNvPr id="4" name="矩形 3">
            <a:extLst>
              <a:ext uri="{FF2B5EF4-FFF2-40B4-BE49-F238E27FC236}">
                <a16:creationId xmlns:a16="http://schemas.microsoft.com/office/drawing/2014/main" id="{0EE985FE-F8AB-2C40-BDDF-50D1CB4BA085}"/>
              </a:ext>
            </a:extLst>
          </p:cNvPr>
          <p:cNvSpPr/>
          <p:nvPr/>
        </p:nvSpPr>
        <p:spPr>
          <a:xfrm>
            <a:off x="7677294" y="385364"/>
            <a:ext cx="2453072" cy="3651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17" name="矩形 16">
            <a:extLst>
              <a:ext uri="{FF2B5EF4-FFF2-40B4-BE49-F238E27FC236}">
                <a16:creationId xmlns:a16="http://schemas.microsoft.com/office/drawing/2014/main" id="{5FF4AA6C-2F65-1044-9097-EE61E42883B1}"/>
              </a:ext>
            </a:extLst>
          </p:cNvPr>
          <p:cNvSpPr/>
          <p:nvPr/>
        </p:nvSpPr>
        <p:spPr>
          <a:xfrm>
            <a:off x="7677294" y="75048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&lt;phase_4&gt;</a:t>
            </a:r>
            <a:r>
              <a:rPr kumimoji="1" lang="zh-CN" altLang="en-US" dirty="0">
                <a:solidFill>
                  <a:schemeClr val="tx1"/>
                </a:solidFill>
                <a:latin typeface="Times New Roman" panose="02020603050405020304" pitchFamily="18" charset="0"/>
                <a:cs typeface="Times New Roman" panose="02020603050405020304" pitchFamily="18" charset="0"/>
              </a:rPr>
              <a:t>的返回地址</a:t>
            </a:r>
          </a:p>
        </p:txBody>
      </p:sp>
      <p:pic>
        <p:nvPicPr>
          <p:cNvPr id="19" name="图片 18">
            <a:extLst>
              <a:ext uri="{FF2B5EF4-FFF2-40B4-BE49-F238E27FC236}">
                <a16:creationId xmlns:a16="http://schemas.microsoft.com/office/drawing/2014/main" id="{60B22423-194F-7C4B-9E63-A25BC579E29F}"/>
              </a:ext>
            </a:extLst>
          </p:cNvPr>
          <p:cNvPicPr>
            <a:picLocks noChangeAspect="1"/>
          </p:cNvPicPr>
          <p:nvPr/>
        </p:nvPicPr>
        <p:blipFill>
          <a:blip r:embed="rId3"/>
          <a:stretch>
            <a:fillRect/>
          </a:stretch>
        </p:blipFill>
        <p:spPr>
          <a:xfrm>
            <a:off x="318053" y="1804366"/>
            <a:ext cx="6526310" cy="406623"/>
          </a:xfrm>
          <a:prstGeom prst="rect">
            <a:avLst/>
          </a:prstGeom>
        </p:spPr>
      </p:pic>
      <p:sp>
        <p:nvSpPr>
          <p:cNvPr id="20" name="矩形 19">
            <a:extLst>
              <a:ext uri="{FF2B5EF4-FFF2-40B4-BE49-F238E27FC236}">
                <a16:creationId xmlns:a16="http://schemas.microsoft.com/office/drawing/2014/main" id="{F3F8B0A1-9B8E-3F45-B0E4-464B51165469}"/>
              </a:ext>
            </a:extLst>
          </p:cNvPr>
          <p:cNvSpPr/>
          <p:nvPr/>
        </p:nvSpPr>
        <p:spPr>
          <a:xfrm>
            <a:off x="7677294" y="1115614"/>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en-US" altLang="zh-CN" dirty="0" err="1">
                <a:solidFill>
                  <a:schemeClr val="tx1"/>
                </a:solidFill>
                <a:latin typeface="Times New Roman" panose="02020603050405020304" pitchFamily="18" charset="0"/>
                <a:cs typeface="Times New Roman" panose="02020603050405020304" pitchFamily="18" charset="0"/>
              </a:rPr>
              <a:t>rbp</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1" name="矩形 20">
            <a:extLst>
              <a:ext uri="{FF2B5EF4-FFF2-40B4-BE49-F238E27FC236}">
                <a16:creationId xmlns:a16="http://schemas.microsoft.com/office/drawing/2014/main" id="{BECA7D14-984E-7A44-BB8A-E2FD647F7840}"/>
              </a:ext>
            </a:extLst>
          </p:cNvPr>
          <p:cNvSpPr/>
          <p:nvPr/>
        </p:nvSpPr>
        <p:spPr>
          <a:xfrm>
            <a:off x="7677294" y="148073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en-US" altLang="zh-CN" dirty="0" err="1">
                <a:solidFill>
                  <a:schemeClr val="tx1"/>
                </a:solidFill>
                <a:latin typeface="Times New Roman" panose="02020603050405020304" pitchFamily="18" charset="0"/>
                <a:cs typeface="Times New Roman" panose="02020603050405020304" pitchFamily="18" charset="0"/>
              </a:rPr>
              <a:t>rbx</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2" name="矩形 21">
            <a:extLst>
              <a:ext uri="{FF2B5EF4-FFF2-40B4-BE49-F238E27FC236}">
                <a16:creationId xmlns:a16="http://schemas.microsoft.com/office/drawing/2014/main" id="{D230448D-04FF-BC45-B889-36251B2097B9}"/>
              </a:ext>
            </a:extLst>
          </p:cNvPr>
          <p:cNvSpPr/>
          <p:nvPr/>
        </p:nvSpPr>
        <p:spPr>
          <a:xfrm>
            <a:off x="7677294" y="1845864"/>
            <a:ext cx="2453072" cy="365125"/>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3" name="右大括号 22">
            <a:extLst>
              <a:ext uri="{FF2B5EF4-FFF2-40B4-BE49-F238E27FC236}">
                <a16:creationId xmlns:a16="http://schemas.microsoft.com/office/drawing/2014/main" id="{2D98E98B-83BF-B34A-A615-11F374F101D8}"/>
              </a:ext>
            </a:extLst>
          </p:cNvPr>
          <p:cNvSpPr/>
          <p:nvPr/>
        </p:nvSpPr>
        <p:spPr>
          <a:xfrm>
            <a:off x="10271406" y="9485"/>
            <a:ext cx="237117" cy="1106129"/>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24" name="文本框 23">
            <a:extLst>
              <a:ext uri="{FF2B5EF4-FFF2-40B4-BE49-F238E27FC236}">
                <a16:creationId xmlns:a16="http://schemas.microsoft.com/office/drawing/2014/main" id="{0C203A37-2126-F041-B7E7-7DCEF659514F}"/>
              </a:ext>
            </a:extLst>
          </p:cNvPr>
          <p:cNvSpPr txBox="1"/>
          <p:nvPr/>
        </p:nvSpPr>
        <p:spPr>
          <a:xfrm>
            <a:off x="10508524" y="377883"/>
            <a:ext cx="1683474"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phase_4</a:t>
            </a:r>
            <a:r>
              <a:rPr kumimoji="1" lang="zh-CN" altLang="en-US" dirty="0">
                <a:latin typeface="Times New Roman" panose="02020603050405020304" pitchFamily="18" charset="0"/>
                <a:cs typeface="Times New Roman" panose="02020603050405020304" pitchFamily="18" charset="0"/>
              </a:rPr>
              <a:t>的栈帧</a:t>
            </a:r>
          </a:p>
        </p:txBody>
      </p:sp>
      <p:sp>
        <p:nvSpPr>
          <p:cNvPr id="28" name="右大括号 27">
            <a:extLst>
              <a:ext uri="{FF2B5EF4-FFF2-40B4-BE49-F238E27FC236}">
                <a16:creationId xmlns:a16="http://schemas.microsoft.com/office/drawing/2014/main" id="{27ACE3C4-A7F4-F44E-B294-B883F3CE02F4}"/>
              </a:ext>
            </a:extLst>
          </p:cNvPr>
          <p:cNvSpPr/>
          <p:nvPr/>
        </p:nvSpPr>
        <p:spPr>
          <a:xfrm>
            <a:off x="10282628" y="1142722"/>
            <a:ext cx="237117" cy="1447703"/>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29" name="文本框 28">
            <a:extLst>
              <a:ext uri="{FF2B5EF4-FFF2-40B4-BE49-F238E27FC236}">
                <a16:creationId xmlns:a16="http://schemas.microsoft.com/office/drawing/2014/main" id="{8C2CBCD1-E58D-3A4D-BCF3-43A56C537CB1}"/>
              </a:ext>
            </a:extLst>
          </p:cNvPr>
          <p:cNvSpPr txBox="1"/>
          <p:nvPr/>
        </p:nvSpPr>
        <p:spPr>
          <a:xfrm>
            <a:off x="10519745" y="1675509"/>
            <a:ext cx="1672253"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func4(3)</a:t>
            </a:r>
            <a:r>
              <a:rPr kumimoji="1" lang="zh-CN" altLang="en-US" dirty="0">
                <a:latin typeface="Times New Roman" panose="02020603050405020304" pitchFamily="18" charset="0"/>
                <a:cs typeface="Times New Roman" panose="02020603050405020304" pitchFamily="18" charset="0"/>
              </a:rPr>
              <a:t>的栈帧</a:t>
            </a:r>
          </a:p>
        </p:txBody>
      </p:sp>
      <p:sp>
        <p:nvSpPr>
          <p:cNvPr id="30" name="矩形 29">
            <a:extLst>
              <a:ext uri="{FF2B5EF4-FFF2-40B4-BE49-F238E27FC236}">
                <a16:creationId xmlns:a16="http://schemas.microsoft.com/office/drawing/2014/main" id="{037A5AF2-3D7E-5E49-B600-4786FFC05F8C}"/>
              </a:ext>
            </a:extLst>
          </p:cNvPr>
          <p:cNvSpPr/>
          <p:nvPr/>
        </p:nvSpPr>
        <p:spPr>
          <a:xfrm>
            <a:off x="7677294" y="221098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func4(3)</a:t>
            </a:r>
            <a:r>
              <a:rPr kumimoji="1" lang="zh-CN" altLang="en-US" dirty="0">
                <a:solidFill>
                  <a:schemeClr val="tx1"/>
                </a:solidFill>
                <a:latin typeface="Times New Roman" panose="02020603050405020304" pitchFamily="18" charset="0"/>
                <a:cs typeface="Times New Roman" panose="02020603050405020304" pitchFamily="18" charset="0"/>
              </a:rPr>
              <a:t>的返回地址</a:t>
            </a:r>
            <a:r>
              <a:rPr kumimoji="1" lang="en-US" altLang="zh-CN" dirty="0">
                <a:solidFill>
                  <a:schemeClr val="tx1"/>
                </a:solidFill>
                <a:latin typeface="Times New Roman" panose="02020603050405020304" pitchFamily="18" charset="0"/>
                <a:cs typeface="Times New Roman" panose="02020603050405020304" pitchFamily="18" charset="0"/>
              </a:rPr>
              <a:t>1</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5" name="矩形 34">
            <a:extLst>
              <a:ext uri="{FF2B5EF4-FFF2-40B4-BE49-F238E27FC236}">
                <a16:creationId xmlns:a16="http://schemas.microsoft.com/office/drawing/2014/main" id="{03B771E1-2250-BC42-B58D-BD75519D27C2}"/>
              </a:ext>
            </a:extLst>
          </p:cNvPr>
          <p:cNvSpPr/>
          <p:nvPr/>
        </p:nvSpPr>
        <p:spPr>
          <a:xfrm>
            <a:off x="7677294" y="2576114"/>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en-US" altLang="zh-CN" dirty="0" err="1">
                <a:solidFill>
                  <a:schemeClr val="tx1"/>
                </a:solidFill>
                <a:latin typeface="Times New Roman" panose="02020603050405020304" pitchFamily="18" charset="0"/>
                <a:cs typeface="Times New Roman" panose="02020603050405020304" pitchFamily="18" charset="0"/>
              </a:rPr>
              <a:t>rbp</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6" name="矩形 35">
            <a:extLst>
              <a:ext uri="{FF2B5EF4-FFF2-40B4-BE49-F238E27FC236}">
                <a16:creationId xmlns:a16="http://schemas.microsoft.com/office/drawing/2014/main" id="{2D741A33-5459-5D43-B4D6-7BD0E44EAD74}"/>
              </a:ext>
            </a:extLst>
          </p:cNvPr>
          <p:cNvSpPr/>
          <p:nvPr/>
        </p:nvSpPr>
        <p:spPr>
          <a:xfrm>
            <a:off x="7677294" y="294123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en-US" altLang="zh-CN" dirty="0" err="1">
                <a:solidFill>
                  <a:schemeClr val="tx1"/>
                </a:solidFill>
                <a:latin typeface="Times New Roman" panose="02020603050405020304" pitchFamily="18" charset="0"/>
                <a:cs typeface="Times New Roman" panose="02020603050405020304" pitchFamily="18" charset="0"/>
              </a:rPr>
              <a:t>rbx</a:t>
            </a:r>
            <a:r>
              <a:rPr kumimoji="1" lang="zh-CN" altLang="en-US" dirty="0">
                <a:solidFill>
                  <a:schemeClr val="tx1"/>
                </a:solidFill>
                <a:latin typeface="Times New Roman" panose="02020603050405020304" pitchFamily="18" charset="0"/>
                <a:cs typeface="Times New Roman" panose="02020603050405020304" pitchFamily="18" charset="0"/>
              </a:rPr>
              <a:t> </a:t>
            </a: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zh-CN" altLang="en-US" dirty="0">
                <a:solidFill>
                  <a:schemeClr val="tx1"/>
                </a:solidFill>
                <a:latin typeface="Times New Roman" panose="02020603050405020304" pitchFamily="18" charset="0"/>
                <a:cs typeface="Times New Roman" panose="02020603050405020304" pitchFamily="18" charset="0"/>
              </a:rPr>
              <a:t> </a:t>
            </a:r>
            <a:r>
              <a:rPr kumimoji="1" lang="en-US" altLang="zh-CN" dirty="0">
                <a:solidFill>
                  <a:schemeClr val="tx1"/>
                </a:solidFill>
                <a:latin typeface="Times New Roman" panose="02020603050405020304" pitchFamily="18" charset="0"/>
                <a:cs typeface="Times New Roman" panose="02020603050405020304" pitchFamily="18" charset="0"/>
              </a:rPr>
              <a:t>3</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7" name="矩形 36">
            <a:extLst>
              <a:ext uri="{FF2B5EF4-FFF2-40B4-BE49-F238E27FC236}">
                <a16:creationId xmlns:a16="http://schemas.microsoft.com/office/drawing/2014/main" id="{F427CB31-0AF2-2842-94B2-CA6DC7543D8E}"/>
              </a:ext>
            </a:extLst>
          </p:cNvPr>
          <p:cNvSpPr/>
          <p:nvPr/>
        </p:nvSpPr>
        <p:spPr>
          <a:xfrm>
            <a:off x="7677294" y="3306364"/>
            <a:ext cx="2453072" cy="365125"/>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8" name="右大括号 37">
            <a:extLst>
              <a:ext uri="{FF2B5EF4-FFF2-40B4-BE49-F238E27FC236}">
                <a16:creationId xmlns:a16="http://schemas.microsoft.com/office/drawing/2014/main" id="{0505D557-3557-FD4E-9AA3-1C1A1CD061E1}"/>
              </a:ext>
            </a:extLst>
          </p:cNvPr>
          <p:cNvSpPr/>
          <p:nvPr/>
        </p:nvSpPr>
        <p:spPr>
          <a:xfrm>
            <a:off x="10282628" y="2603222"/>
            <a:ext cx="237117" cy="1447703"/>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39" name="文本框 38">
            <a:extLst>
              <a:ext uri="{FF2B5EF4-FFF2-40B4-BE49-F238E27FC236}">
                <a16:creationId xmlns:a16="http://schemas.microsoft.com/office/drawing/2014/main" id="{8BF67994-F2E6-334C-9D61-F01724A47C93}"/>
              </a:ext>
            </a:extLst>
          </p:cNvPr>
          <p:cNvSpPr txBox="1"/>
          <p:nvPr/>
        </p:nvSpPr>
        <p:spPr>
          <a:xfrm>
            <a:off x="10519745" y="3136009"/>
            <a:ext cx="1672253"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func4(2)</a:t>
            </a:r>
            <a:r>
              <a:rPr kumimoji="1" lang="zh-CN" altLang="en-US" dirty="0">
                <a:latin typeface="Times New Roman" panose="02020603050405020304" pitchFamily="18" charset="0"/>
                <a:cs typeface="Times New Roman" panose="02020603050405020304" pitchFamily="18" charset="0"/>
              </a:rPr>
              <a:t>的栈帧</a:t>
            </a:r>
          </a:p>
        </p:txBody>
      </p:sp>
      <p:sp>
        <p:nvSpPr>
          <p:cNvPr id="40" name="矩形 39">
            <a:extLst>
              <a:ext uri="{FF2B5EF4-FFF2-40B4-BE49-F238E27FC236}">
                <a16:creationId xmlns:a16="http://schemas.microsoft.com/office/drawing/2014/main" id="{31A34DC2-3A9A-D941-9A7C-FD521108FF2F}"/>
              </a:ext>
            </a:extLst>
          </p:cNvPr>
          <p:cNvSpPr/>
          <p:nvPr/>
        </p:nvSpPr>
        <p:spPr>
          <a:xfrm>
            <a:off x="7677294" y="367148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func4(2)</a:t>
            </a:r>
            <a:r>
              <a:rPr kumimoji="1" lang="zh-CN" altLang="en-US" dirty="0">
                <a:solidFill>
                  <a:schemeClr val="tx1"/>
                </a:solidFill>
                <a:latin typeface="Times New Roman" panose="02020603050405020304" pitchFamily="18" charset="0"/>
                <a:cs typeface="Times New Roman" panose="02020603050405020304" pitchFamily="18" charset="0"/>
              </a:rPr>
              <a:t>的返回地址</a:t>
            </a:r>
            <a:r>
              <a:rPr kumimoji="1" lang="en-US" altLang="zh-CN" dirty="0">
                <a:solidFill>
                  <a:schemeClr val="tx1"/>
                </a:solidFill>
                <a:latin typeface="Times New Roman" panose="02020603050405020304" pitchFamily="18" charset="0"/>
                <a:cs typeface="Times New Roman" panose="02020603050405020304" pitchFamily="18" charset="0"/>
              </a:rPr>
              <a:t>2</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1" name="矩形 30">
            <a:extLst>
              <a:ext uri="{FF2B5EF4-FFF2-40B4-BE49-F238E27FC236}">
                <a16:creationId xmlns:a16="http://schemas.microsoft.com/office/drawing/2014/main" id="{6A87A583-FE04-5D4D-A630-E1BD6C838ACF}"/>
              </a:ext>
            </a:extLst>
          </p:cNvPr>
          <p:cNvSpPr/>
          <p:nvPr/>
        </p:nvSpPr>
        <p:spPr>
          <a:xfrm>
            <a:off x="7677294" y="403742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en-US" altLang="zh-CN" dirty="0" err="1">
                <a:solidFill>
                  <a:schemeClr val="tx1"/>
                </a:solidFill>
                <a:latin typeface="Times New Roman" panose="02020603050405020304" pitchFamily="18" charset="0"/>
                <a:cs typeface="Times New Roman" panose="02020603050405020304" pitchFamily="18" charset="0"/>
              </a:rPr>
              <a:t>rbp</a:t>
            </a:r>
            <a:r>
              <a:rPr kumimoji="1" lang="zh-CN" altLang="en-US" dirty="0">
                <a:solidFill>
                  <a:schemeClr val="tx1"/>
                </a:solidFill>
                <a:latin typeface="Times New Roman" panose="02020603050405020304" pitchFamily="18" charset="0"/>
                <a:cs typeface="Times New Roman" panose="02020603050405020304" pitchFamily="18" charset="0"/>
              </a:rPr>
              <a:t> </a:t>
            </a: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zh-CN" altLang="en-US" dirty="0">
                <a:solidFill>
                  <a:schemeClr val="tx1"/>
                </a:solidFill>
                <a:latin typeface="Times New Roman" panose="02020603050405020304" pitchFamily="18" charset="0"/>
                <a:cs typeface="Times New Roman" panose="02020603050405020304" pitchFamily="18" charset="0"/>
              </a:rPr>
              <a:t> </a:t>
            </a:r>
            <a:r>
              <a:rPr kumimoji="1" lang="en-US" altLang="zh-CN" dirty="0">
                <a:solidFill>
                  <a:schemeClr val="tx1"/>
                </a:solidFill>
                <a:latin typeface="Times New Roman" panose="02020603050405020304" pitchFamily="18" charset="0"/>
                <a:cs typeface="Times New Roman" panose="02020603050405020304" pitchFamily="18" charset="0"/>
              </a:rPr>
              <a:t>2</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2" name="矩形 31">
            <a:extLst>
              <a:ext uri="{FF2B5EF4-FFF2-40B4-BE49-F238E27FC236}">
                <a16:creationId xmlns:a16="http://schemas.microsoft.com/office/drawing/2014/main" id="{5BFF3477-6F9D-9044-BDB3-B74D1B17E8A6}"/>
              </a:ext>
            </a:extLst>
          </p:cNvPr>
          <p:cNvSpPr/>
          <p:nvPr/>
        </p:nvSpPr>
        <p:spPr>
          <a:xfrm>
            <a:off x="7677294" y="4402554"/>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en-US" altLang="zh-CN" dirty="0" err="1">
                <a:solidFill>
                  <a:schemeClr val="tx1"/>
                </a:solidFill>
                <a:latin typeface="Times New Roman" panose="02020603050405020304" pitchFamily="18" charset="0"/>
                <a:cs typeface="Times New Roman" panose="02020603050405020304" pitchFamily="18" charset="0"/>
              </a:rPr>
              <a:t>rbx</a:t>
            </a:r>
            <a:r>
              <a:rPr kumimoji="1" lang="zh-CN" altLang="en-US" dirty="0">
                <a:solidFill>
                  <a:schemeClr val="tx1"/>
                </a:solidFill>
                <a:latin typeface="Times New Roman" panose="02020603050405020304" pitchFamily="18" charset="0"/>
                <a:cs typeface="Times New Roman" panose="02020603050405020304" pitchFamily="18" charset="0"/>
              </a:rPr>
              <a:t> </a:t>
            </a: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zh-CN" altLang="en-US" dirty="0">
                <a:solidFill>
                  <a:schemeClr val="tx1"/>
                </a:solidFill>
                <a:latin typeface="Times New Roman" panose="02020603050405020304" pitchFamily="18" charset="0"/>
                <a:cs typeface="Times New Roman" panose="02020603050405020304" pitchFamily="18" charset="0"/>
              </a:rPr>
              <a:t> </a:t>
            </a:r>
            <a:r>
              <a:rPr kumimoji="1" lang="en-US" altLang="zh-CN" dirty="0">
                <a:solidFill>
                  <a:schemeClr val="tx1"/>
                </a:solidFill>
                <a:latin typeface="Times New Roman" panose="02020603050405020304" pitchFamily="18" charset="0"/>
                <a:cs typeface="Times New Roman" panose="02020603050405020304" pitchFamily="18" charset="0"/>
              </a:rPr>
              <a:t>2</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3" name="矩形 32">
            <a:extLst>
              <a:ext uri="{FF2B5EF4-FFF2-40B4-BE49-F238E27FC236}">
                <a16:creationId xmlns:a16="http://schemas.microsoft.com/office/drawing/2014/main" id="{F650F110-3466-FC47-B0AB-84AFEF63E60C}"/>
              </a:ext>
            </a:extLst>
          </p:cNvPr>
          <p:cNvSpPr/>
          <p:nvPr/>
        </p:nvSpPr>
        <p:spPr>
          <a:xfrm>
            <a:off x="7677294" y="4767679"/>
            <a:ext cx="2453072" cy="365125"/>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4" name="右大括号 33">
            <a:extLst>
              <a:ext uri="{FF2B5EF4-FFF2-40B4-BE49-F238E27FC236}">
                <a16:creationId xmlns:a16="http://schemas.microsoft.com/office/drawing/2014/main" id="{1A24A162-7F07-CE45-BE2E-7AA7ED864699}"/>
              </a:ext>
            </a:extLst>
          </p:cNvPr>
          <p:cNvSpPr/>
          <p:nvPr/>
        </p:nvSpPr>
        <p:spPr>
          <a:xfrm>
            <a:off x="10282628" y="4064538"/>
            <a:ext cx="237117" cy="1077556"/>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41" name="文本框 40">
            <a:extLst>
              <a:ext uri="{FF2B5EF4-FFF2-40B4-BE49-F238E27FC236}">
                <a16:creationId xmlns:a16="http://schemas.microsoft.com/office/drawing/2014/main" id="{10E0777E-172A-3F46-ABD6-C592FDEAA16A}"/>
              </a:ext>
            </a:extLst>
          </p:cNvPr>
          <p:cNvSpPr txBox="1"/>
          <p:nvPr/>
        </p:nvSpPr>
        <p:spPr>
          <a:xfrm>
            <a:off x="10519745" y="4418650"/>
            <a:ext cx="1672253"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func4(0)</a:t>
            </a:r>
            <a:r>
              <a:rPr kumimoji="1" lang="zh-CN" altLang="en-US" dirty="0">
                <a:latin typeface="Times New Roman" panose="02020603050405020304" pitchFamily="18" charset="0"/>
                <a:cs typeface="Times New Roman" panose="02020603050405020304" pitchFamily="18" charset="0"/>
              </a:rPr>
              <a:t>的栈帧</a:t>
            </a:r>
          </a:p>
        </p:txBody>
      </p:sp>
      <p:sp>
        <p:nvSpPr>
          <p:cNvPr id="43" name="文本框 42">
            <a:extLst>
              <a:ext uri="{FF2B5EF4-FFF2-40B4-BE49-F238E27FC236}">
                <a16:creationId xmlns:a16="http://schemas.microsoft.com/office/drawing/2014/main" id="{BB1E6793-6CDF-6A40-A9CA-EE788E6B6E2A}"/>
              </a:ext>
            </a:extLst>
          </p:cNvPr>
          <p:cNvSpPr txBox="1"/>
          <p:nvPr/>
        </p:nvSpPr>
        <p:spPr>
          <a:xfrm>
            <a:off x="318053" y="496957"/>
            <a:ext cx="7428637" cy="584775"/>
          </a:xfrm>
          <a:prstGeom prst="rect">
            <a:avLst/>
          </a:prstGeom>
          <a:noFill/>
        </p:spPr>
        <p:txBody>
          <a:bodyPr wrap="none" rtlCol="0">
            <a:spAutoFit/>
          </a:bodyPr>
          <a:lstStyle/>
          <a:p>
            <a:r>
              <a:rPr kumimoji="1" lang="zh-CN" altLang="en-US" sz="3200" dirty="0">
                <a:latin typeface="Times New Roman" panose="02020603050405020304" pitchFamily="18" charset="0"/>
                <a:cs typeface="Times New Roman" panose="02020603050405020304" pitchFamily="18" charset="0"/>
              </a:rPr>
              <a:t>递归调用的运行时栈</a:t>
            </a:r>
            <a:r>
              <a:rPr kumimoji="1" lang="en-US" altLang="zh-CN" sz="3200" baseline="-25000" dirty="0">
                <a:latin typeface="Times New Roman" panose="02020603050405020304" pitchFamily="18" charset="0"/>
                <a:cs typeface="Times New Roman" panose="02020603050405020304" pitchFamily="18" charset="0"/>
              </a:rPr>
              <a:t>   </a:t>
            </a:r>
            <a:r>
              <a:rPr kumimoji="1" lang="zh-CN" altLang="en-US" sz="3200" baseline="-25000" dirty="0">
                <a:solidFill>
                  <a:schemeClr val="bg2">
                    <a:lumMod val="50000"/>
                  </a:schemeClr>
                </a:solidFill>
                <a:latin typeface="Times New Roman" panose="02020603050405020304" pitchFamily="18" charset="0"/>
                <a:cs typeface="Times New Roman" panose="02020603050405020304" pitchFamily="18" charset="0"/>
              </a:rPr>
              <a:t>以</a:t>
            </a:r>
            <a:r>
              <a:rPr kumimoji="1" lang="en-US" altLang="zh-CN" sz="3200" baseline="-25000" dirty="0">
                <a:solidFill>
                  <a:schemeClr val="bg2">
                    <a:lumMod val="50000"/>
                  </a:schemeClr>
                </a:solidFill>
                <a:latin typeface="Times New Roman" panose="02020603050405020304" pitchFamily="18" charset="0"/>
                <a:cs typeface="Times New Roman" panose="02020603050405020304" pitchFamily="18" charset="0"/>
              </a:rPr>
              <a:t>phase_4</a:t>
            </a:r>
            <a:r>
              <a:rPr kumimoji="1" lang="zh-CN" altLang="en-US" sz="3200" baseline="-25000" dirty="0">
                <a:solidFill>
                  <a:schemeClr val="bg2">
                    <a:lumMod val="50000"/>
                  </a:schemeClr>
                </a:solidFill>
                <a:latin typeface="Times New Roman" panose="02020603050405020304" pitchFamily="18" charset="0"/>
                <a:cs typeface="Times New Roman" panose="02020603050405020304" pitchFamily="18" charset="0"/>
              </a:rPr>
              <a:t>调用</a:t>
            </a:r>
            <a:r>
              <a:rPr kumimoji="1" lang="en-US" altLang="zh-CN" sz="3200" baseline="-25000" dirty="0">
                <a:solidFill>
                  <a:schemeClr val="bg2">
                    <a:lumMod val="50000"/>
                  </a:schemeClr>
                </a:solidFill>
                <a:latin typeface="Times New Roman" panose="02020603050405020304" pitchFamily="18" charset="0"/>
                <a:cs typeface="Times New Roman" panose="02020603050405020304" pitchFamily="18" charset="0"/>
              </a:rPr>
              <a:t>func4(3)</a:t>
            </a:r>
            <a:r>
              <a:rPr kumimoji="1" lang="zh-CN" altLang="en-US" sz="3200" baseline="-25000" dirty="0">
                <a:solidFill>
                  <a:schemeClr val="bg2">
                    <a:lumMod val="50000"/>
                  </a:schemeClr>
                </a:solidFill>
                <a:latin typeface="Times New Roman" panose="02020603050405020304" pitchFamily="18" charset="0"/>
                <a:cs typeface="Times New Roman" panose="02020603050405020304" pitchFamily="18" charset="0"/>
              </a:rPr>
              <a:t>为例</a:t>
            </a:r>
            <a:endParaRPr kumimoji="1" lang="zh-CN" altLang="en-US" sz="3200" dirty="0">
              <a:solidFill>
                <a:schemeClr val="bg2">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18068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phase_4</a:t>
              </a:r>
              <a:endParaRPr kumimoji="1" lang="zh-CN" altLang="en-US" sz="2400" b="1" dirty="0">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5" name="灯片编号占位符 14">
            <a:extLst>
              <a:ext uri="{FF2B5EF4-FFF2-40B4-BE49-F238E27FC236}">
                <a16:creationId xmlns:a16="http://schemas.microsoft.com/office/drawing/2014/main" id="{F1C6F950-B312-714A-8BED-0262E4241AC4}"/>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42</a:t>
            </a:fld>
            <a:endParaRPr kumimoji="1" lang="zh-CN" altLang="en-US" dirty="0">
              <a:latin typeface="Times New Roman" panose="02020603050405020304" pitchFamily="18" charset="0"/>
              <a:cs typeface="Times New Roman" panose="02020603050405020304" pitchFamily="18" charset="0"/>
            </a:endParaRPr>
          </a:p>
        </p:txBody>
      </p:sp>
      <p:pic>
        <p:nvPicPr>
          <p:cNvPr id="14" name="图片 13">
            <a:extLst>
              <a:ext uri="{FF2B5EF4-FFF2-40B4-BE49-F238E27FC236}">
                <a16:creationId xmlns:a16="http://schemas.microsoft.com/office/drawing/2014/main" id="{6193C9CD-4033-1146-B352-194B0AEC49E6}"/>
              </a:ext>
            </a:extLst>
          </p:cNvPr>
          <p:cNvPicPr>
            <a:picLocks noChangeAspect="1"/>
          </p:cNvPicPr>
          <p:nvPr/>
        </p:nvPicPr>
        <p:blipFill>
          <a:blip r:embed="rId2"/>
          <a:stretch>
            <a:fillRect/>
          </a:stretch>
        </p:blipFill>
        <p:spPr>
          <a:xfrm>
            <a:off x="318053" y="2210990"/>
            <a:ext cx="6526310" cy="3591567"/>
          </a:xfrm>
          <a:prstGeom prst="rect">
            <a:avLst/>
          </a:prstGeom>
        </p:spPr>
      </p:pic>
      <p:sp>
        <p:nvSpPr>
          <p:cNvPr id="3" name="文本框 2">
            <a:extLst>
              <a:ext uri="{FF2B5EF4-FFF2-40B4-BE49-F238E27FC236}">
                <a16:creationId xmlns:a16="http://schemas.microsoft.com/office/drawing/2014/main" id="{0F906A8C-E644-E04C-88B8-844E368A9182}"/>
              </a:ext>
            </a:extLst>
          </p:cNvPr>
          <p:cNvSpPr txBox="1"/>
          <p:nvPr/>
        </p:nvSpPr>
        <p:spPr>
          <a:xfrm>
            <a:off x="318053" y="1275399"/>
            <a:ext cx="5323893" cy="400110"/>
          </a:xfrm>
          <a:prstGeom prst="rect">
            <a:avLst/>
          </a:prstGeom>
          <a:noFill/>
        </p:spPr>
        <p:txBody>
          <a:bodyPr wrap="none" rtlCol="0">
            <a:spAutoFit/>
          </a:bodyPr>
          <a:lstStyle/>
          <a:p>
            <a:r>
              <a:rPr kumimoji="1" lang="zh-CN" altLang="en-US" sz="2000" dirty="0">
                <a:latin typeface="Times New Roman" panose="02020603050405020304" pitchFamily="18" charset="0"/>
                <a:cs typeface="Times New Roman" panose="02020603050405020304" pitchFamily="18" charset="0"/>
              </a:rPr>
              <a:t>并不是每一个</a:t>
            </a:r>
            <a:r>
              <a:rPr kumimoji="1" lang="en-US" altLang="zh-CN" sz="2000" dirty="0">
                <a:latin typeface="Times New Roman" panose="02020603050405020304" pitchFamily="18" charset="0"/>
                <a:cs typeface="Times New Roman" panose="02020603050405020304" pitchFamily="18" charset="0"/>
              </a:rPr>
              <a:t>x86-64</a:t>
            </a:r>
            <a:r>
              <a:rPr kumimoji="1" lang="zh-CN" altLang="en-US" sz="2000" dirty="0">
                <a:latin typeface="Times New Roman" panose="02020603050405020304" pitchFamily="18" charset="0"/>
                <a:cs typeface="Times New Roman" panose="02020603050405020304" pitchFamily="18" charset="0"/>
              </a:rPr>
              <a:t>过程都会在栈上分配空间</a:t>
            </a:r>
          </a:p>
        </p:txBody>
      </p:sp>
      <p:sp>
        <p:nvSpPr>
          <p:cNvPr id="4" name="矩形 3">
            <a:extLst>
              <a:ext uri="{FF2B5EF4-FFF2-40B4-BE49-F238E27FC236}">
                <a16:creationId xmlns:a16="http://schemas.microsoft.com/office/drawing/2014/main" id="{0EE985FE-F8AB-2C40-BDDF-50D1CB4BA085}"/>
              </a:ext>
            </a:extLst>
          </p:cNvPr>
          <p:cNvSpPr/>
          <p:nvPr/>
        </p:nvSpPr>
        <p:spPr>
          <a:xfrm>
            <a:off x="7677294" y="385364"/>
            <a:ext cx="2453072" cy="3651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17" name="矩形 16">
            <a:extLst>
              <a:ext uri="{FF2B5EF4-FFF2-40B4-BE49-F238E27FC236}">
                <a16:creationId xmlns:a16="http://schemas.microsoft.com/office/drawing/2014/main" id="{5FF4AA6C-2F65-1044-9097-EE61E42883B1}"/>
              </a:ext>
            </a:extLst>
          </p:cNvPr>
          <p:cNvSpPr/>
          <p:nvPr/>
        </p:nvSpPr>
        <p:spPr>
          <a:xfrm>
            <a:off x="7677294" y="75048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&lt;phase_4&gt;</a:t>
            </a:r>
            <a:r>
              <a:rPr kumimoji="1" lang="zh-CN" altLang="en-US" dirty="0">
                <a:solidFill>
                  <a:schemeClr val="tx1"/>
                </a:solidFill>
                <a:latin typeface="Times New Roman" panose="02020603050405020304" pitchFamily="18" charset="0"/>
                <a:cs typeface="Times New Roman" panose="02020603050405020304" pitchFamily="18" charset="0"/>
              </a:rPr>
              <a:t>的返回地址</a:t>
            </a:r>
          </a:p>
        </p:txBody>
      </p:sp>
      <p:pic>
        <p:nvPicPr>
          <p:cNvPr id="19" name="图片 18">
            <a:extLst>
              <a:ext uri="{FF2B5EF4-FFF2-40B4-BE49-F238E27FC236}">
                <a16:creationId xmlns:a16="http://schemas.microsoft.com/office/drawing/2014/main" id="{60B22423-194F-7C4B-9E63-A25BC579E29F}"/>
              </a:ext>
            </a:extLst>
          </p:cNvPr>
          <p:cNvPicPr>
            <a:picLocks noChangeAspect="1"/>
          </p:cNvPicPr>
          <p:nvPr/>
        </p:nvPicPr>
        <p:blipFill>
          <a:blip r:embed="rId3"/>
          <a:stretch>
            <a:fillRect/>
          </a:stretch>
        </p:blipFill>
        <p:spPr>
          <a:xfrm>
            <a:off x="318053" y="1804366"/>
            <a:ext cx="6526310" cy="406623"/>
          </a:xfrm>
          <a:prstGeom prst="rect">
            <a:avLst/>
          </a:prstGeom>
        </p:spPr>
      </p:pic>
      <p:sp>
        <p:nvSpPr>
          <p:cNvPr id="20" name="矩形 19">
            <a:extLst>
              <a:ext uri="{FF2B5EF4-FFF2-40B4-BE49-F238E27FC236}">
                <a16:creationId xmlns:a16="http://schemas.microsoft.com/office/drawing/2014/main" id="{F3F8B0A1-9B8E-3F45-B0E4-464B51165469}"/>
              </a:ext>
            </a:extLst>
          </p:cNvPr>
          <p:cNvSpPr/>
          <p:nvPr/>
        </p:nvSpPr>
        <p:spPr>
          <a:xfrm>
            <a:off x="7677294" y="1115614"/>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en-US" altLang="zh-CN" dirty="0" err="1">
                <a:solidFill>
                  <a:schemeClr val="tx1"/>
                </a:solidFill>
                <a:latin typeface="Times New Roman" panose="02020603050405020304" pitchFamily="18" charset="0"/>
                <a:cs typeface="Times New Roman" panose="02020603050405020304" pitchFamily="18" charset="0"/>
              </a:rPr>
              <a:t>rbp</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1" name="矩形 20">
            <a:extLst>
              <a:ext uri="{FF2B5EF4-FFF2-40B4-BE49-F238E27FC236}">
                <a16:creationId xmlns:a16="http://schemas.microsoft.com/office/drawing/2014/main" id="{BECA7D14-984E-7A44-BB8A-E2FD647F7840}"/>
              </a:ext>
            </a:extLst>
          </p:cNvPr>
          <p:cNvSpPr/>
          <p:nvPr/>
        </p:nvSpPr>
        <p:spPr>
          <a:xfrm>
            <a:off x="7677294" y="148073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en-US" altLang="zh-CN" dirty="0" err="1">
                <a:solidFill>
                  <a:schemeClr val="tx1"/>
                </a:solidFill>
                <a:latin typeface="Times New Roman" panose="02020603050405020304" pitchFamily="18" charset="0"/>
                <a:cs typeface="Times New Roman" panose="02020603050405020304" pitchFamily="18" charset="0"/>
              </a:rPr>
              <a:t>rbx</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2" name="矩形 21">
            <a:extLst>
              <a:ext uri="{FF2B5EF4-FFF2-40B4-BE49-F238E27FC236}">
                <a16:creationId xmlns:a16="http://schemas.microsoft.com/office/drawing/2014/main" id="{D230448D-04FF-BC45-B889-36251B2097B9}"/>
              </a:ext>
            </a:extLst>
          </p:cNvPr>
          <p:cNvSpPr/>
          <p:nvPr/>
        </p:nvSpPr>
        <p:spPr>
          <a:xfrm>
            <a:off x="7677294" y="1845864"/>
            <a:ext cx="2453072" cy="365125"/>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3" name="右大括号 22">
            <a:extLst>
              <a:ext uri="{FF2B5EF4-FFF2-40B4-BE49-F238E27FC236}">
                <a16:creationId xmlns:a16="http://schemas.microsoft.com/office/drawing/2014/main" id="{2D98E98B-83BF-B34A-A615-11F374F101D8}"/>
              </a:ext>
            </a:extLst>
          </p:cNvPr>
          <p:cNvSpPr/>
          <p:nvPr/>
        </p:nvSpPr>
        <p:spPr>
          <a:xfrm>
            <a:off x="10271406" y="9485"/>
            <a:ext cx="237117" cy="1106129"/>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24" name="文本框 23">
            <a:extLst>
              <a:ext uri="{FF2B5EF4-FFF2-40B4-BE49-F238E27FC236}">
                <a16:creationId xmlns:a16="http://schemas.microsoft.com/office/drawing/2014/main" id="{0C203A37-2126-F041-B7E7-7DCEF659514F}"/>
              </a:ext>
            </a:extLst>
          </p:cNvPr>
          <p:cNvSpPr txBox="1"/>
          <p:nvPr/>
        </p:nvSpPr>
        <p:spPr>
          <a:xfrm>
            <a:off x="10508524" y="377883"/>
            <a:ext cx="1683474"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phase_4</a:t>
            </a:r>
            <a:r>
              <a:rPr kumimoji="1" lang="zh-CN" altLang="en-US" dirty="0">
                <a:latin typeface="Times New Roman" panose="02020603050405020304" pitchFamily="18" charset="0"/>
                <a:cs typeface="Times New Roman" panose="02020603050405020304" pitchFamily="18" charset="0"/>
              </a:rPr>
              <a:t>的栈帧</a:t>
            </a:r>
          </a:p>
        </p:txBody>
      </p:sp>
      <p:sp>
        <p:nvSpPr>
          <p:cNvPr id="28" name="右大括号 27">
            <a:extLst>
              <a:ext uri="{FF2B5EF4-FFF2-40B4-BE49-F238E27FC236}">
                <a16:creationId xmlns:a16="http://schemas.microsoft.com/office/drawing/2014/main" id="{27ACE3C4-A7F4-F44E-B294-B883F3CE02F4}"/>
              </a:ext>
            </a:extLst>
          </p:cNvPr>
          <p:cNvSpPr/>
          <p:nvPr/>
        </p:nvSpPr>
        <p:spPr>
          <a:xfrm>
            <a:off x="10282628" y="1142722"/>
            <a:ext cx="237117" cy="1447703"/>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29" name="文本框 28">
            <a:extLst>
              <a:ext uri="{FF2B5EF4-FFF2-40B4-BE49-F238E27FC236}">
                <a16:creationId xmlns:a16="http://schemas.microsoft.com/office/drawing/2014/main" id="{8C2CBCD1-E58D-3A4D-BCF3-43A56C537CB1}"/>
              </a:ext>
            </a:extLst>
          </p:cNvPr>
          <p:cNvSpPr txBox="1"/>
          <p:nvPr/>
        </p:nvSpPr>
        <p:spPr>
          <a:xfrm>
            <a:off x="10519745" y="1675509"/>
            <a:ext cx="1672253"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func4(3)</a:t>
            </a:r>
            <a:r>
              <a:rPr kumimoji="1" lang="zh-CN" altLang="en-US" dirty="0">
                <a:latin typeface="Times New Roman" panose="02020603050405020304" pitchFamily="18" charset="0"/>
                <a:cs typeface="Times New Roman" panose="02020603050405020304" pitchFamily="18" charset="0"/>
              </a:rPr>
              <a:t>的栈帧</a:t>
            </a:r>
          </a:p>
        </p:txBody>
      </p:sp>
      <p:sp>
        <p:nvSpPr>
          <p:cNvPr id="30" name="矩形 29">
            <a:extLst>
              <a:ext uri="{FF2B5EF4-FFF2-40B4-BE49-F238E27FC236}">
                <a16:creationId xmlns:a16="http://schemas.microsoft.com/office/drawing/2014/main" id="{037A5AF2-3D7E-5E49-B600-4786FFC05F8C}"/>
              </a:ext>
            </a:extLst>
          </p:cNvPr>
          <p:cNvSpPr/>
          <p:nvPr/>
        </p:nvSpPr>
        <p:spPr>
          <a:xfrm>
            <a:off x="7677294" y="221098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func4(3)</a:t>
            </a:r>
            <a:r>
              <a:rPr kumimoji="1" lang="zh-CN" altLang="en-US" dirty="0">
                <a:solidFill>
                  <a:schemeClr val="tx1"/>
                </a:solidFill>
                <a:latin typeface="Times New Roman" panose="02020603050405020304" pitchFamily="18" charset="0"/>
                <a:cs typeface="Times New Roman" panose="02020603050405020304" pitchFamily="18" charset="0"/>
              </a:rPr>
              <a:t>的返回地址</a:t>
            </a:r>
            <a:r>
              <a:rPr kumimoji="1" lang="en-US" altLang="zh-CN" dirty="0">
                <a:solidFill>
                  <a:schemeClr val="tx1"/>
                </a:solidFill>
                <a:latin typeface="Times New Roman" panose="02020603050405020304" pitchFamily="18" charset="0"/>
                <a:cs typeface="Times New Roman" panose="02020603050405020304" pitchFamily="18" charset="0"/>
              </a:rPr>
              <a:t>1</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5" name="矩形 34">
            <a:extLst>
              <a:ext uri="{FF2B5EF4-FFF2-40B4-BE49-F238E27FC236}">
                <a16:creationId xmlns:a16="http://schemas.microsoft.com/office/drawing/2014/main" id="{03B771E1-2250-BC42-B58D-BD75519D27C2}"/>
              </a:ext>
            </a:extLst>
          </p:cNvPr>
          <p:cNvSpPr/>
          <p:nvPr/>
        </p:nvSpPr>
        <p:spPr>
          <a:xfrm>
            <a:off x="7677294" y="2576114"/>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en-US" altLang="zh-CN" dirty="0" err="1">
                <a:solidFill>
                  <a:schemeClr val="tx1"/>
                </a:solidFill>
                <a:latin typeface="Times New Roman" panose="02020603050405020304" pitchFamily="18" charset="0"/>
                <a:cs typeface="Times New Roman" panose="02020603050405020304" pitchFamily="18" charset="0"/>
              </a:rPr>
              <a:t>rbp</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6" name="矩形 35">
            <a:extLst>
              <a:ext uri="{FF2B5EF4-FFF2-40B4-BE49-F238E27FC236}">
                <a16:creationId xmlns:a16="http://schemas.microsoft.com/office/drawing/2014/main" id="{2D741A33-5459-5D43-B4D6-7BD0E44EAD74}"/>
              </a:ext>
            </a:extLst>
          </p:cNvPr>
          <p:cNvSpPr/>
          <p:nvPr/>
        </p:nvSpPr>
        <p:spPr>
          <a:xfrm>
            <a:off x="7677294" y="294123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en-US" altLang="zh-CN" dirty="0" err="1">
                <a:solidFill>
                  <a:schemeClr val="tx1"/>
                </a:solidFill>
                <a:latin typeface="Times New Roman" panose="02020603050405020304" pitchFamily="18" charset="0"/>
                <a:cs typeface="Times New Roman" panose="02020603050405020304" pitchFamily="18" charset="0"/>
              </a:rPr>
              <a:t>rbx</a:t>
            </a:r>
            <a:r>
              <a:rPr kumimoji="1" lang="zh-CN" altLang="en-US" dirty="0">
                <a:solidFill>
                  <a:schemeClr val="tx1"/>
                </a:solidFill>
                <a:latin typeface="Times New Roman" panose="02020603050405020304" pitchFamily="18" charset="0"/>
                <a:cs typeface="Times New Roman" panose="02020603050405020304" pitchFamily="18" charset="0"/>
              </a:rPr>
              <a:t> </a:t>
            </a:r>
            <a:r>
              <a:rPr kumimoji="1" lang="en-US" altLang="zh-CN" dirty="0">
                <a:solidFill>
                  <a:schemeClr val="tx1"/>
                </a:solidFill>
                <a:latin typeface="Times New Roman" panose="02020603050405020304" pitchFamily="18" charset="0"/>
                <a:cs typeface="Times New Roman" panose="02020603050405020304" pitchFamily="18" charset="0"/>
              </a:rPr>
              <a:t>=</a:t>
            </a:r>
            <a:r>
              <a:rPr kumimoji="1" lang="zh-CN" altLang="en-US" dirty="0">
                <a:solidFill>
                  <a:schemeClr val="tx1"/>
                </a:solidFill>
                <a:latin typeface="Times New Roman" panose="02020603050405020304" pitchFamily="18" charset="0"/>
                <a:cs typeface="Times New Roman" panose="02020603050405020304" pitchFamily="18" charset="0"/>
              </a:rPr>
              <a:t> </a:t>
            </a:r>
            <a:r>
              <a:rPr kumimoji="1" lang="en-US" altLang="zh-CN" dirty="0">
                <a:solidFill>
                  <a:schemeClr val="tx1"/>
                </a:solidFill>
                <a:latin typeface="Times New Roman" panose="02020603050405020304" pitchFamily="18" charset="0"/>
                <a:cs typeface="Times New Roman" panose="02020603050405020304" pitchFamily="18" charset="0"/>
              </a:rPr>
              <a:t>3</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7" name="矩形 36">
            <a:extLst>
              <a:ext uri="{FF2B5EF4-FFF2-40B4-BE49-F238E27FC236}">
                <a16:creationId xmlns:a16="http://schemas.microsoft.com/office/drawing/2014/main" id="{F427CB31-0AF2-2842-94B2-CA6DC7543D8E}"/>
              </a:ext>
            </a:extLst>
          </p:cNvPr>
          <p:cNvSpPr/>
          <p:nvPr/>
        </p:nvSpPr>
        <p:spPr>
          <a:xfrm>
            <a:off x="7677294" y="3306364"/>
            <a:ext cx="2453072" cy="365125"/>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8" name="右大括号 37">
            <a:extLst>
              <a:ext uri="{FF2B5EF4-FFF2-40B4-BE49-F238E27FC236}">
                <a16:creationId xmlns:a16="http://schemas.microsoft.com/office/drawing/2014/main" id="{0505D557-3557-FD4E-9AA3-1C1A1CD061E1}"/>
              </a:ext>
            </a:extLst>
          </p:cNvPr>
          <p:cNvSpPr/>
          <p:nvPr/>
        </p:nvSpPr>
        <p:spPr>
          <a:xfrm>
            <a:off x="10282628" y="2603222"/>
            <a:ext cx="237117" cy="1447703"/>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39" name="文本框 38">
            <a:extLst>
              <a:ext uri="{FF2B5EF4-FFF2-40B4-BE49-F238E27FC236}">
                <a16:creationId xmlns:a16="http://schemas.microsoft.com/office/drawing/2014/main" id="{8BF67994-F2E6-334C-9D61-F01724A47C93}"/>
              </a:ext>
            </a:extLst>
          </p:cNvPr>
          <p:cNvSpPr txBox="1"/>
          <p:nvPr/>
        </p:nvSpPr>
        <p:spPr>
          <a:xfrm>
            <a:off x="10519745" y="3136009"/>
            <a:ext cx="1672253"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func4(2)</a:t>
            </a:r>
            <a:r>
              <a:rPr kumimoji="1" lang="zh-CN" altLang="en-US" dirty="0">
                <a:latin typeface="Times New Roman" panose="02020603050405020304" pitchFamily="18" charset="0"/>
                <a:cs typeface="Times New Roman" panose="02020603050405020304" pitchFamily="18" charset="0"/>
              </a:rPr>
              <a:t>的栈帧</a:t>
            </a:r>
          </a:p>
        </p:txBody>
      </p:sp>
      <p:sp>
        <p:nvSpPr>
          <p:cNvPr id="40" name="矩形 39">
            <a:extLst>
              <a:ext uri="{FF2B5EF4-FFF2-40B4-BE49-F238E27FC236}">
                <a16:creationId xmlns:a16="http://schemas.microsoft.com/office/drawing/2014/main" id="{31A34DC2-3A9A-D941-9A7C-FD521108FF2F}"/>
              </a:ext>
            </a:extLst>
          </p:cNvPr>
          <p:cNvSpPr/>
          <p:nvPr/>
        </p:nvSpPr>
        <p:spPr>
          <a:xfrm>
            <a:off x="7677294" y="3671489"/>
            <a:ext cx="2453072"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func4(2)</a:t>
            </a:r>
            <a:r>
              <a:rPr kumimoji="1" lang="zh-CN" altLang="en-US" dirty="0">
                <a:solidFill>
                  <a:schemeClr val="tx1"/>
                </a:solidFill>
                <a:latin typeface="Times New Roman" panose="02020603050405020304" pitchFamily="18" charset="0"/>
                <a:cs typeface="Times New Roman" panose="02020603050405020304" pitchFamily="18" charset="0"/>
              </a:rPr>
              <a:t>的返回地址</a:t>
            </a:r>
            <a:r>
              <a:rPr kumimoji="1" lang="en-US" altLang="zh-CN" dirty="0">
                <a:solidFill>
                  <a:schemeClr val="tx1"/>
                </a:solidFill>
                <a:latin typeface="Times New Roman" panose="02020603050405020304" pitchFamily="18" charset="0"/>
                <a:cs typeface="Times New Roman" panose="02020603050405020304" pitchFamily="18" charset="0"/>
              </a:rPr>
              <a:t>2</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43" name="文本框 42">
            <a:extLst>
              <a:ext uri="{FF2B5EF4-FFF2-40B4-BE49-F238E27FC236}">
                <a16:creationId xmlns:a16="http://schemas.microsoft.com/office/drawing/2014/main" id="{BB1E6793-6CDF-6A40-A9CA-EE788E6B6E2A}"/>
              </a:ext>
            </a:extLst>
          </p:cNvPr>
          <p:cNvSpPr txBox="1"/>
          <p:nvPr/>
        </p:nvSpPr>
        <p:spPr>
          <a:xfrm>
            <a:off x="318053" y="496957"/>
            <a:ext cx="7428637" cy="584775"/>
          </a:xfrm>
          <a:prstGeom prst="rect">
            <a:avLst/>
          </a:prstGeom>
          <a:noFill/>
        </p:spPr>
        <p:txBody>
          <a:bodyPr wrap="none" rtlCol="0">
            <a:spAutoFit/>
          </a:bodyPr>
          <a:lstStyle/>
          <a:p>
            <a:r>
              <a:rPr kumimoji="1" lang="zh-CN" altLang="en-US" sz="3200" dirty="0">
                <a:latin typeface="Times New Roman" panose="02020603050405020304" pitchFamily="18" charset="0"/>
                <a:cs typeface="Times New Roman" panose="02020603050405020304" pitchFamily="18" charset="0"/>
              </a:rPr>
              <a:t>递归调用的运行时栈</a:t>
            </a:r>
            <a:r>
              <a:rPr kumimoji="1" lang="en-US" altLang="zh-CN" sz="3200" baseline="-25000" dirty="0">
                <a:latin typeface="Times New Roman" panose="02020603050405020304" pitchFamily="18" charset="0"/>
                <a:cs typeface="Times New Roman" panose="02020603050405020304" pitchFamily="18" charset="0"/>
              </a:rPr>
              <a:t>   </a:t>
            </a:r>
            <a:r>
              <a:rPr kumimoji="1" lang="zh-CN" altLang="en-US" sz="3200" baseline="-25000" dirty="0">
                <a:solidFill>
                  <a:schemeClr val="bg2">
                    <a:lumMod val="50000"/>
                  </a:schemeClr>
                </a:solidFill>
                <a:latin typeface="Times New Roman" panose="02020603050405020304" pitchFamily="18" charset="0"/>
                <a:cs typeface="Times New Roman" panose="02020603050405020304" pitchFamily="18" charset="0"/>
              </a:rPr>
              <a:t>以</a:t>
            </a:r>
            <a:r>
              <a:rPr kumimoji="1" lang="en-US" altLang="zh-CN" sz="3200" baseline="-25000" dirty="0">
                <a:solidFill>
                  <a:schemeClr val="bg2">
                    <a:lumMod val="50000"/>
                  </a:schemeClr>
                </a:solidFill>
                <a:latin typeface="Times New Roman" panose="02020603050405020304" pitchFamily="18" charset="0"/>
                <a:cs typeface="Times New Roman" panose="02020603050405020304" pitchFamily="18" charset="0"/>
              </a:rPr>
              <a:t>phase_4</a:t>
            </a:r>
            <a:r>
              <a:rPr kumimoji="1" lang="zh-CN" altLang="en-US" sz="3200" baseline="-25000" dirty="0">
                <a:solidFill>
                  <a:schemeClr val="bg2">
                    <a:lumMod val="50000"/>
                  </a:schemeClr>
                </a:solidFill>
                <a:latin typeface="Times New Roman" panose="02020603050405020304" pitchFamily="18" charset="0"/>
                <a:cs typeface="Times New Roman" panose="02020603050405020304" pitchFamily="18" charset="0"/>
              </a:rPr>
              <a:t>调用</a:t>
            </a:r>
            <a:r>
              <a:rPr kumimoji="1" lang="en-US" altLang="zh-CN" sz="3200" baseline="-25000" dirty="0">
                <a:solidFill>
                  <a:schemeClr val="bg2">
                    <a:lumMod val="50000"/>
                  </a:schemeClr>
                </a:solidFill>
                <a:latin typeface="Times New Roman" panose="02020603050405020304" pitchFamily="18" charset="0"/>
                <a:cs typeface="Times New Roman" panose="02020603050405020304" pitchFamily="18" charset="0"/>
              </a:rPr>
              <a:t>func4(3)</a:t>
            </a:r>
            <a:r>
              <a:rPr kumimoji="1" lang="zh-CN" altLang="en-US" sz="3200" baseline="-25000" dirty="0">
                <a:solidFill>
                  <a:schemeClr val="bg2">
                    <a:lumMod val="50000"/>
                  </a:schemeClr>
                </a:solidFill>
                <a:latin typeface="Times New Roman" panose="02020603050405020304" pitchFamily="18" charset="0"/>
                <a:cs typeface="Times New Roman" panose="02020603050405020304" pitchFamily="18" charset="0"/>
              </a:rPr>
              <a:t>为例</a:t>
            </a:r>
            <a:endParaRPr kumimoji="1" lang="zh-CN" altLang="en-US" sz="3200" dirty="0">
              <a:solidFill>
                <a:schemeClr val="bg2">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69708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phase_5</a:t>
              </a:r>
              <a:endParaRPr kumimoji="1" lang="zh-CN" altLang="en-US" sz="2400" b="1" dirty="0">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CA21CC5C-A28B-CB46-91E9-8EEC15A0D57A}"/>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43</a:t>
            </a:fld>
            <a:endParaRPr kumimoji="1" lang="zh-CN" altLang="en-US" dirty="0">
              <a:latin typeface="Times New Roman" panose="02020603050405020304" pitchFamily="18" charset="0"/>
              <a:cs typeface="Times New Roman" panose="02020603050405020304" pitchFamily="18" charset="0"/>
            </a:endParaRPr>
          </a:p>
        </p:txBody>
      </p:sp>
      <p:sp>
        <p:nvSpPr>
          <p:cNvPr id="14" name="文本框 13">
            <a:extLst>
              <a:ext uri="{FF2B5EF4-FFF2-40B4-BE49-F238E27FC236}">
                <a16:creationId xmlns:a16="http://schemas.microsoft.com/office/drawing/2014/main" id="{5572AB4C-DF20-4645-AFCB-497E7982FA10}"/>
              </a:ext>
            </a:extLst>
          </p:cNvPr>
          <p:cNvSpPr txBox="1"/>
          <p:nvPr/>
        </p:nvSpPr>
        <p:spPr>
          <a:xfrm>
            <a:off x="4847343" y="2427988"/>
            <a:ext cx="2497314" cy="2002023"/>
          </a:xfrm>
          <a:prstGeom prst="rect">
            <a:avLst/>
          </a:prstGeom>
          <a:noFill/>
        </p:spPr>
        <p:txBody>
          <a:bodyPr wrap="square" rtlCol="0">
            <a:spAutoFit/>
          </a:bodyPr>
          <a:lstStyle/>
          <a:p>
            <a:pPr algn="ctr">
              <a:lnSpc>
                <a:spcPct val="150000"/>
              </a:lnSpc>
            </a:pPr>
            <a:r>
              <a:rPr kumimoji="1" lang="en-US" altLang="zh-CN" sz="4400" b="1" dirty="0">
                <a:latin typeface="Times New Roman" panose="02020603050405020304" pitchFamily="18" charset="0"/>
                <a:cs typeface="Times New Roman" panose="02020603050405020304" pitchFamily="18" charset="0"/>
              </a:rPr>
              <a:t>phase_5</a:t>
            </a:r>
          </a:p>
          <a:p>
            <a:pPr algn="ctr">
              <a:lnSpc>
                <a:spcPct val="150000"/>
              </a:lnSpc>
            </a:pPr>
            <a:r>
              <a:rPr kumimoji="1" lang="en-US" altLang="zh-CN" sz="4400" dirty="0">
                <a:latin typeface="Times New Roman" panose="02020603050405020304" pitchFamily="18" charset="0"/>
                <a:cs typeface="Times New Roman" panose="02020603050405020304" pitchFamily="18" charset="0"/>
              </a:rPr>
              <a:t>Array</a:t>
            </a:r>
            <a:endParaRPr kumimoji="1" lang="zh-CN" altLang="en-US"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36492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phase_5</a:t>
              </a:r>
              <a:endParaRPr kumimoji="1" lang="zh-CN" altLang="en-US" sz="2400" b="1" dirty="0">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5" name="灯片编号占位符 14">
            <a:extLst>
              <a:ext uri="{FF2B5EF4-FFF2-40B4-BE49-F238E27FC236}">
                <a16:creationId xmlns:a16="http://schemas.microsoft.com/office/drawing/2014/main" id="{F1C6F950-B312-714A-8BED-0262E4241AC4}"/>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44</a:t>
            </a:fld>
            <a:endParaRPr kumimoji="1" lang="zh-CN" altLang="en-US" dirty="0">
              <a:latin typeface="Times New Roman" panose="02020603050405020304" pitchFamily="18" charset="0"/>
              <a:cs typeface="Times New Roman" panose="02020603050405020304" pitchFamily="18" charset="0"/>
            </a:endParaRPr>
          </a:p>
        </p:txBody>
      </p:sp>
      <p:sp>
        <p:nvSpPr>
          <p:cNvPr id="2" name="文本框 1">
            <a:extLst>
              <a:ext uri="{FF2B5EF4-FFF2-40B4-BE49-F238E27FC236}">
                <a16:creationId xmlns:a16="http://schemas.microsoft.com/office/drawing/2014/main" id="{A4C5DC89-E5B9-EA40-BF7E-E4FF73F2E5CD}"/>
              </a:ext>
            </a:extLst>
          </p:cNvPr>
          <p:cNvSpPr txBox="1"/>
          <p:nvPr/>
        </p:nvSpPr>
        <p:spPr>
          <a:xfrm>
            <a:off x="815009" y="655983"/>
            <a:ext cx="1826141" cy="584775"/>
          </a:xfrm>
          <a:prstGeom prst="rect">
            <a:avLst/>
          </a:prstGeom>
          <a:noFill/>
        </p:spPr>
        <p:txBody>
          <a:bodyPr wrap="none" rtlCol="0">
            <a:spAutoFit/>
          </a:bodyPr>
          <a:lstStyle/>
          <a:p>
            <a:r>
              <a:rPr kumimoji="1" lang="zh-CN" altLang="en-US" sz="3200" dirty="0"/>
              <a:t>解题思路</a:t>
            </a:r>
          </a:p>
        </p:txBody>
      </p:sp>
      <p:sp>
        <p:nvSpPr>
          <p:cNvPr id="13" name="文本框 12">
            <a:extLst>
              <a:ext uri="{FF2B5EF4-FFF2-40B4-BE49-F238E27FC236}">
                <a16:creationId xmlns:a16="http://schemas.microsoft.com/office/drawing/2014/main" id="{21F4A14A-AF60-DA41-A669-DB5438AC6F4C}"/>
              </a:ext>
            </a:extLst>
          </p:cNvPr>
          <p:cNvSpPr txBox="1"/>
          <p:nvPr/>
        </p:nvSpPr>
        <p:spPr>
          <a:xfrm>
            <a:off x="870857" y="1381539"/>
            <a:ext cx="10654747" cy="446583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kumimoji="1" lang="zh-CN" altLang="en-US" sz="2400" dirty="0">
                <a:latin typeface="Times New Roman" panose="02020603050405020304" pitchFamily="18" charset="0"/>
                <a:cs typeface="Times New Roman" panose="02020603050405020304" pitchFamily="18" charset="0"/>
              </a:rPr>
              <a:t>根据汇编代码易知输入的字符串长度为</a:t>
            </a:r>
            <a:r>
              <a:rPr kumimoji="1" lang="en-US" altLang="zh-CN" sz="2400" dirty="0">
                <a:latin typeface="Times New Roman" panose="02020603050405020304" pitchFamily="18" charset="0"/>
                <a:cs typeface="Times New Roman" panose="02020603050405020304" pitchFamily="18" charset="0"/>
              </a:rPr>
              <a:t>6</a:t>
            </a:r>
          </a:p>
          <a:p>
            <a:pPr marL="342900" indent="-342900">
              <a:lnSpc>
                <a:spcPct val="150000"/>
              </a:lnSpc>
              <a:buFont typeface="Arial" panose="020B0604020202020204" pitchFamily="34" charset="0"/>
              <a:buChar char="•"/>
            </a:pPr>
            <a:r>
              <a:rPr kumimoji="1" lang="zh-CN" altLang="en-US" sz="2400" dirty="0">
                <a:latin typeface="Times New Roman" panose="02020603050405020304" pitchFamily="18" charset="0"/>
                <a:cs typeface="Times New Roman" panose="02020603050405020304" pitchFamily="18" charset="0"/>
              </a:rPr>
              <a:t>可以观察到汇编代码访问了储存在内存中的数组（</a:t>
            </a:r>
            <a:r>
              <a:rPr kumimoji="1" lang="zh-CN" altLang="en-US" sz="2400" b="1" dirty="0">
                <a:latin typeface="Times New Roman" panose="02020603050405020304" pitchFamily="18" charset="0"/>
                <a:cs typeface="Times New Roman" panose="02020603050405020304" pitchFamily="18" charset="0"/>
              </a:rPr>
              <a:t>全局变量</a:t>
            </a:r>
            <a:r>
              <a:rPr kumimoji="1" lang="zh-CN" altLang="en-US" sz="2400" dirty="0">
                <a:latin typeface="Times New Roman" panose="02020603050405020304" pitchFamily="18" charset="0"/>
                <a:cs typeface="Times New Roman" panose="02020603050405020304" pitchFamily="18" charset="0"/>
              </a:rPr>
              <a:t>）</a:t>
            </a:r>
            <a:endParaRPr kumimoji="1" lang="en-US" altLang="zh-CN"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kumimoji="1" lang="zh-CN" altLang="en-US" sz="2400" dirty="0">
                <a:latin typeface="Times New Roman" panose="02020603050405020304" pitchFamily="18" charset="0"/>
                <a:cs typeface="Times New Roman" panose="02020603050405020304" pitchFamily="18" charset="0"/>
              </a:rPr>
              <a:t>并且通过循环对该数组的某些元素求和，其中每个元素的数组下标与我们输入的字符串有关</a:t>
            </a:r>
            <a:endParaRPr kumimoji="1" lang="en-US" altLang="zh-CN"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kumimoji="1" lang="zh-CN" altLang="en-US" sz="2400" dirty="0">
                <a:latin typeface="Times New Roman" panose="02020603050405020304" pitchFamily="18" charset="0"/>
                <a:cs typeface="Times New Roman" panose="02020603050405020304" pitchFamily="18" charset="0"/>
              </a:rPr>
              <a:t>查看该数组，可发现数组的前</a:t>
            </a:r>
            <a:r>
              <a:rPr kumimoji="1" lang="en-US" altLang="zh-CN" sz="2400" dirty="0">
                <a:latin typeface="Times New Roman" panose="02020603050405020304" pitchFamily="18" charset="0"/>
                <a:cs typeface="Times New Roman" panose="02020603050405020304" pitchFamily="18" charset="0"/>
              </a:rPr>
              <a:t>6</a:t>
            </a:r>
            <a:r>
              <a:rPr kumimoji="1" lang="zh-CN" altLang="en-US" sz="2400" dirty="0">
                <a:latin typeface="Times New Roman" panose="02020603050405020304" pitchFamily="18" charset="0"/>
                <a:cs typeface="Times New Roman" panose="02020603050405020304" pitchFamily="18" charset="0"/>
              </a:rPr>
              <a:t>个元素和第</a:t>
            </a:r>
            <a:r>
              <a:rPr kumimoji="1" lang="en-US" altLang="zh-CN" sz="2400" dirty="0">
                <a:latin typeface="Times New Roman" panose="02020603050405020304" pitchFamily="18" charset="0"/>
                <a:cs typeface="Times New Roman" panose="02020603050405020304" pitchFamily="18" charset="0"/>
              </a:rPr>
              <a:t>3</a:t>
            </a:r>
            <a:r>
              <a:rPr kumimoji="1" lang="zh-CN" altLang="en-US" sz="2400" dirty="0">
                <a:latin typeface="Times New Roman" panose="02020603050405020304" pitchFamily="18" charset="0"/>
                <a:cs typeface="Times New Roman" panose="02020603050405020304" pitchFamily="18" charset="0"/>
              </a:rPr>
              <a:t>～</a:t>
            </a:r>
            <a:r>
              <a:rPr kumimoji="1" lang="en-US" altLang="zh-CN" sz="2400" dirty="0">
                <a:latin typeface="Times New Roman" panose="02020603050405020304" pitchFamily="18" charset="0"/>
                <a:cs typeface="Times New Roman" panose="02020603050405020304" pitchFamily="18" charset="0"/>
              </a:rPr>
              <a:t>8</a:t>
            </a:r>
            <a:r>
              <a:rPr kumimoji="1" lang="zh-CN" altLang="en-US" sz="2400" dirty="0">
                <a:latin typeface="Times New Roman" panose="02020603050405020304" pitchFamily="18" charset="0"/>
                <a:cs typeface="Times New Roman" panose="02020603050405020304" pitchFamily="18" charset="0"/>
              </a:rPr>
              <a:t>个元素的和均为</a:t>
            </a:r>
            <a:r>
              <a:rPr kumimoji="1" lang="en-US" altLang="zh-CN" sz="2400" dirty="0">
                <a:latin typeface="Times New Roman" panose="02020603050405020304" pitchFamily="18" charset="0"/>
                <a:cs typeface="Times New Roman" panose="02020603050405020304" pitchFamily="18" charset="0"/>
              </a:rPr>
              <a:t>0x2f</a:t>
            </a:r>
            <a:r>
              <a:rPr kumimoji="1" lang="zh-CN" altLang="en-US" sz="2400" dirty="0">
                <a:latin typeface="Times New Roman" panose="02020603050405020304" pitchFamily="18" charset="0"/>
                <a:cs typeface="Times New Roman" panose="02020603050405020304" pitchFamily="18" charset="0"/>
              </a:rPr>
              <a:t>，满足要求</a:t>
            </a:r>
            <a:endParaRPr kumimoji="1" lang="en-US" altLang="zh-CN"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kumimoji="1" lang="zh-CN" altLang="en-US" sz="2400" dirty="0">
                <a:latin typeface="Times New Roman" panose="02020603050405020304" pitchFamily="18" charset="0"/>
                <a:cs typeface="Times New Roman" panose="02020603050405020304" pitchFamily="18" charset="0"/>
              </a:rPr>
              <a:t>我们可以根据以上条件构造出符合要求的字符串</a:t>
            </a:r>
            <a:endParaRPr kumimoji="1" lang="en-US" altLang="zh-CN"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kumimoji="1" lang="zh-CN" altLang="en-US" sz="2400" dirty="0">
                <a:latin typeface="Times New Roman" panose="02020603050405020304" pitchFamily="18" charset="0"/>
                <a:cs typeface="Times New Roman" panose="02020603050405020304" pitchFamily="18" charset="0"/>
              </a:rPr>
              <a:t>知道字符</a:t>
            </a:r>
            <a:r>
              <a:rPr kumimoji="1" lang="zh-CN" altLang="en-US" sz="2400" b="1" dirty="0">
                <a:latin typeface="Times New Roman" panose="02020603050405020304" pitchFamily="18" charset="0"/>
                <a:cs typeface="Times New Roman" panose="02020603050405020304" pitchFamily="18" charset="0"/>
              </a:rPr>
              <a:t>‘</a:t>
            </a:r>
            <a:r>
              <a:rPr kumimoji="1" lang="en-US" altLang="zh-CN" sz="2400" b="1" i="1" dirty="0">
                <a:latin typeface="Times New Roman" panose="02020603050405020304" pitchFamily="18" charset="0"/>
                <a:cs typeface="Times New Roman" panose="02020603050405020304" pitchFamily="18" charset="0"/>
              </a:rPr>
              <a:t>x</a:t>
            </a:r>
            <a:r>
              <a:rPr kumimoji="1" lang="zh-CN" altLang="en-US" sz="2400" b="1" dirty="0">
                <a:latin typeface="Times New Roman" panose="02020603050405020304" pitchFamily="18" charset="0"/>
                <a:cs typeface="Times New Roman" panose="02020603050405020304" pitchFamily="18" charset="0"/>
              </a:rPr>
              <a:t>’的</a:t>
            </a:r>
            <a:r>
              <a:rPr kumimoji="1" lang="en-US" altLang="zh-CN" sz="2400" b="1" dirty="0">
                <a:latin typeface="Times New Roman" panose="02020603050405020304" pitchFamily="18" charset="0"/>
                <a:cs typeface="Times New Roman" panose="02020603050405020304" pitchFamily="18" charset="0"/>
              </a:rPr>
              <a:t>ascii</a:t>
            </a:r>
            <a:r>
              <a:rPr kumimoji="1" lang="zh-CN" altLang="en-US" sz="2400" b="1" dirty="0">
                <a:latin typeface="Times New Roman" panose="02020603050405020304" pitchFamily="18" charset="0"/>
                <a:cs typeface="Times New Roman" panose="02020603050405020304" pitchFamily="18" charset="0"/>
              </a:rPr>
              <a:t>码为</a:t>
            </a:r>
            <a:r>
              <a:rPr kumimoji="1" lang="en-US" altLang="zh-CN" sz="2400" b="1" dirty="0">
                <a:latin typeface="Times New Roman" panose="02020603050405020304" pitchFamily="18" charset="0"/>
                <a:cs typeface="Times New Roman" panose="02020603050405020304" pitchFamily="18" charset="0"/>
              </a:rPr>
              <a:t>0x3</a:t>
            </a:r>
            <a:r>
              <a:rPr kumimoji="1" lang="en-US" altLang="zh-CN" sz="2400" b="1" i="1" dirty="0">
                <a:latin typeface="Times New Roman" panose="02020603050405020304" pitchFamily="18" charset="0"/>
                <a:cs typeface="Times New Roman" panose="02020603050405020304" pitchFamily="18" charset="0"/>
              </a:rPr>
              <a:t>x</a:t>
            </a:r>
            <a:r>
              <a:rPr kumimoji="1" lang="zh-CN" altLang="en-US" sz="2400" b="1" dirty="0">
                <a:latin typeface="Times New Roman" panose="02020603050405020304" pitchFamily="18" charset="0"/>
                <a:cs typeface="Times New Roman" panose="02020603050405020304" pitchFamily="18" charset="0"/>
              </a:rPr>
              <a:t>（</a:t>
            </a:r>
            <a:r>
              <a:rPr kumimoji="1" lang="en-US" altLang="zh-CN" sz="2400" b="1" dirty="0">
                <a:latin typeface="Times New Roman" panose="02020603050405020304" pitchFamily="18" charset="0"/>
                <a:cs typeface="Times New Roman" panose="02020603050405020304" pitchFamily="18" charset="0"/>
              </a:rPr>
              <a:t>x=0,1,2,3,4,5,6,7,8,9</a:t>
            </a:r>
            <a:r>
              <a:rPr kumimoji="1" lang="zh-CN" altLang="en-US" sz="2400" b="1" dirty="0">
                <a:latin typeface="Times New Roman" panose="02020603050405020304" pitchFamily="18" charset="0"/>
                <a:cs typeface="Times New Roman" panose="02020603050405020304" pitchFamily="18" charset="0"/>
              </a:rPr>
              <a:t>）</a:t>
            </a:r>
            <a:r>
              <a:rPr kumimoji="1" lang="zh-CN" altLang="en-US" sz="2400" dirty="0">
                <a:latin typeface="Times New Roman" panose="02020603050405020304" pitchFamily="18" charset="0"/>
                <a:cs typeface="Times New Roman" panose="02020603050405020304" pitchFamily="18" charset="0"/>
              </a:rPr>
              <a:t>对解题有帮助</a:t>
            </a:r>
            <a:endParaRPr kumimoji="1" lang="en-US" altLang="zh-C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38762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phase_5</a:t>
              </a:r>
              <a:endParaRPr kumimoji="1" lang="zh-CN" altLang="en-US" sz="2400" b="1" dirty="0">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CA21CC5C-A28B-CB46-91E9-8EEC15A0D57A}"/>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45</a:t>
            </a:fld>
            <a:endParaRPr kumimoji="1" lang="zh-CN" altLang="en-US" dirty="0">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70967647-CA43-E343-805F-8113C277AB93}"/>
              </a:ext>
            </a:extLst>
          </p:cNvPr>
          <p:cNvPicPr>
            <a:picLocks noChangeAspect="1"/>
          </p:cNvPicPr>
          <p:nvPr/>
        </p:nvPicPr>
        <p:blipFill>
          <a:blip r:embed="rId2"/>
          <a:stretch>
            <a:fillRect/>
          </a:stretch>
        </p:blipFill>
        <p:spPr>
          <a:xfrm>
            <a:off x="1836609" y="0"/>
            <a:ext cx="8518781" cy="6307283"/>
          </a:xfrm>
          <a:prstGeom prst="rect">
            <a:avLst/>
          </a:prstGeom>
        </p:spPr>
      </p:pic>
    </p:spTree>
    <p:extLst>
      <p:ext uri="{BB962C8B-B14F-4D97-AF65-F5344CB8AC3E}">
        <p14:creationId xmlns:p14="http://schemas.microsoft.com/office/powerpoint/2010/main" val="6379829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phase_5</a:t>
              </a:r>
              <a:endParaRPr kumimoji="1" lang="zh-CN" altLang="en-US" sz="2400" b="1" dirty="0">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CA21CC5C-A28B-CB46-91E9-8EEC15A0D57A}"/>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46</a:t>
            </a:fld>
            <a:endParaRPr kumimoji="1" lang="zh-CN" altLang="en-US" dirty="0">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CA7A6FDD-36B9-1342-85A9-983DDED67128}"/>
              </a:ext>
            </a:extLst>
          </p:cNvPr>
          <p:cNvPicPr>
            <a:picLocks noChangeAspect="1"/>
          </p:cNvPicPr>
          <p:nvPr/>
        </p:nvPicPr>
        <p:blipFill>
          <a:blip r:embed="rId2"/>
          <a:stretch>
            <a:fillRect/>
          </a:stretch>
        </p:blipFill>
        <p:spPr>
          <a:xfrm>
            <a:off x="0" y="0"/>
            <a:ext cx="4150906" cy="3073320"/>
          </a:xfrm>
          <a:prstGeom prst="rect">
            <a:avLst/>
          </a:prstGeom>
        </p:spPr>
      </p:pic>
      <p:sp>
        <p:nvSpPr>
          <p:cNvPr id="14" name="矩形 13">
            <a:extLst>
              <a:ext uri="{FF2B5EF4-FFF2-40B4-BE49-F238E27FC236}">
                <a16:creationId xmlns:a16="http://schemas.microsoft.com/office/drawing/2014/main" id="{F039AC6A-C656-DF4A-B341-F822EE854133}"/>
              </a:ext>
            </a:extLst>
          </p:cNvPr>
          <p:cNvSpPr/>
          <p:nvPr/>
        </p:nvSpPr>
        <p:spPr>
          <a:xfrm>
            <a:off x="228600" y="129209"/>
            <a:ext cx="2842591" cy="715617"/>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p>
        </p:txBody>
      </p:sp>
      <p:pic>
        <p:nvPicPr>
          <p:cNvPr id="4" name="图片 3">
            <a:extLst>
              <a:ext uri="{FF2B5EF4-FFF2-40B4-BE49-F238E27FC236}">
                <a16:creationId xmlns:a16="http://schemas.microsoft.com/office/drawing/2014/main" id="{81906675-AD50-AA4E-B2C7-B2C3F10BF6FB}"/>
              </a:ext>
            </a:extLst>
          </p:cNvPr>
          <p:cNvPicPr>
            <a:picLocks noChangeAspect="1"/>
          </p:cNvPicPr>
          <p:nvPr/>
        </p:nvPicPr>
        <p:blipFill rotWithShape="1">
          <a:blip r:embed="rId3"/>
          <a:srcRect b="22975"/>
          <a:stretch/>
        </p:blipFill>
        <p:spPr>
          <a:xfrm>
            <a:off x="1333500" y="3429000"/>
            <a:ext cx="9525000" cy="1858617"/>
          </a:xfrm>
          <a:prstGeom prst="rect">
            <a:avLst/>
          </a:prstGeom>
        </p:spPr>
      </p:pic>
    </p:spTree>
    <p:extLst>
      <p:ext uri="{BB962C8B-B14F-4D97-AF65-F5344CB8AC3E}">
        <p14:creationId xmlns:p14="http://schemas.microsoft.com/office/powerpoint/2010/main" val="424818789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phase_5</a:t>
              </a:r>
              <a:endParaRPr kumimoji="1" lang="zh-CN" altLang="en-US" sz="2400" b="1" dirty="0">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phase_6</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CA21CC5C-A28B-CB46-91E9-8EEC15A0D57A}"/>
              </a:ext>
            </a:extLst>
          </p:cNvPr>
          <p:cNvSpPr>
            <a:spLocks noGrp="1"/>
          </p:cNvSpPr>
          <p:nvPr>
            <p:ph type="sldNum" sz="quarter" idx="12"/>
          </p:nvPr>
        </p:nvSpPr>
        <p:spPr>
          <a:xfrm>
            <a:off x="9448798"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47</a:t>
            </a:fld>
            <a:endParaRPr kumimoji="1" lang="zh-CN" altLang="en-US" dirty="0">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CA7A6FDD-36B9-1342-85A9-983DDED67128}"/>
              </a:ext>
            </a:extLst>
          </p:cNvPr>
          <p:cNvPicPr>
            <a:picLocks noChangeAspect="1"/>
          </p:cNvPicPr>
          <p:nvPr/>
        </p:nvPicPr>
        <p:blipFill>
          <a:blip r:embed="rId2"/>
          <a:stretch>
            <a:fillRect/>
          </a:stretch>
        </p:blipFill>
        <p:spPr>
          <a:xfrm>
            <a:off x="0" y="0"/>
            <a:ext cx="4150906" cy="3073320"/>
          </a:xfrm>
          <a:prstGeom prst="rect">
            <a:avLst/>
          </a:prstGeom>
        </p:spPr>
      </p:pic>
      <p:sp>
        <p:nvSpPr>
          <p:cNvPr id="14" name="矩形 13">
            <a:extLst>
              <a:ext uri="{FF2B5EF4-FFF2-40B4-BE49-F238E27FC236}">
                <a16:creationId xmlns:a16="http://schemas.microsoft.com/office/drawing/2014/main" id="{F039AC6A-C656-DF4A-B341-F822EE854133}"/>
              </a:ext>
            </a:extLst>
          </p:cNvPr>
          <p:cNvSpPr/>
          <p:nvPr/>
        </p:nvSpPr>
        <p:spPr>
          <a:xfrm>
            <a:off x="238540" y="834887"/>
            <a:ext cx="2842591" cy="1749287"/>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latin typeface="Times New Roman" panose="02020603050405020304" pitchFamily="18" charset="0"/>
              <a:cs typeface="Times New Roman" panose="02020603050405020304" pitchFamily="18" charset="0"/>
            </a:endParaRPr>
          </a:p>
        </p:txBody>
      </p:sp>
      <p:grpSp>
        <p:nvGrpSpPr>
          <p:cNvPr id="16" name="组合 15">
            <a:extLst>
              <a:ext uri="{FF2B5EF4-FFF2-40B4-BE49-F238E27FC236}">
                <a16:creationId xmlns:a16="http://schemas.microsoft.com/office/drawing/2014/main" id="{B883F204-9704-E24E-89D3-FEECA593687A}"/>
              </a:ext>
            </a:extLst>
          </p:cNvPr>
          <p:cNvGrpSpPr/>
          <p:nvPr/>
        </p:nvGrpSpPr>
        <p:grpSpPr>
          <a:xfrm>
            <a:off x="76198" y="3168728"/>
            <a:ext cx="12115800" cy="2862470"/>
            <a:chOff x="0" y="3113069"/>
            <a:chExt cx="11776229" cy="2651627"/>
          </a:xfrm>
        </p:grpSpPr>
        <p:pic>
          <p:nvPicPr>
            <p:cNvPr id="4" name="图片 3">
              <a:extLst>
                <a:ext uri="{FF2B5EF4-FFF2-40B4-BE49-F238E27FC236}">
                  <a16:creationId xmlns:a16="http://schemas.microsoft.com/office/drawing/2014/main" id="{27DD6992-B379-1140-BF36-E7D2B0F04D06}"/>
                </a:ext>
              </a:extLst>
            </p:cNvPr>
            <p:cNvPicPr>
              <a:picLocks noChangeAspect="1"/>
            </p:cNvPicPr>
            <p:nvPr/>
          </p:nvPicPr>
          <p:blipFill>
            <a:blip r:embed="rId3"/>
            <a:stretch>
              <a:fillRect/>
            </a:stretch>
          </p:blipFill>
          <p:spPr>
            <a:xfrm>
              <a:off x="0" y="3113077"/>
              <a:ext cx="5913863" cy="2651619"/>
            </a:xfrm>
            <a:prstGeom prst="rect">
              <a:avLst/>
            </a:prstGeom>
          </p:spPr>
        </p:pic>
        <p:pic>
          <p:nvPicPr>
            <p:cNvPr id="15" name="图片 14">
              <a:extLst>
                <a:ext uri="{FF2B5EF4-FFF2-40B4-BE49-F238E27FC236}">
                  <a16:creationId xmlns:a16="http://schemas.microsoft.com/office/drawing/2014/main" id="{D14BE8B5-F8D8-E444-854A-1E47403E7149}"/>
                </a:ext>
              </a:extLst>
            </p:cNvPr>
            <p:cNvPicPr>
              <a:picLocks noChangeAspect="1"/>
            </p:cNvPicPr>
            <p:nvPr/>
          </p:nvPicPr>
          <p:blipFill>
            <a:blip r:embed="rId4"/>
            <a:stretch>
              <a:fillRect/>
            </a:stretch>
          </p:blipFill>
          <p:spPr>
            <a:xfrm>
              <a:off x="5913863" y="3113069"/>
              <a:ext cx="5862366" cy="2651619"/>
            </a:xfrm>
            <a:prstGeom prst="rect">
              <a:avLst/>
            </a:prstGeom>
          </p:spPr>
        </p:pic>
      </p:grpSp>
      <p:sp>
        <p:nvSpPr>
          <p:cNvPr id="17" name="矩形 16">
            <a:extLst>
              <a:ext uri="{FF2B5EF4-FFF2-40B4-BE49-F238E27FC236}">
                <a16:creationId xmlns:a16="http://schemas.microsoft.com/office/drawing/2014/main" id="{0B4589BA-C4C1-D249-A539-91E230E0369B}"/>
              </a:ext>
            </a:extLst>
          </p:cNvPr>
          <p:cNvSpPr/>
          <p:nvPr/>
        </p:nvSpPr>
        <p:spPr>
          <a:xfrm>
            <a:off x="2285931" y="4502426"/>
            <a:ext cx="3874658" cy="188844"/>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pic>
        <p:nvPicPr>
          <p:cNvPr id="19" name="图片 18">
            <a:extLst>
              <a:ext uri="{FF2B5EF4-FFF2-40B4-BE49-F238E27FC236}">
                <a16:creationId xmlns:a16="http://schemas.microsoft.com/office/drawing/2014/main" id="{D836E3DC-D719-FE4F-8C99-B6A59D975084}"/>
              </a:ext>
            </a:extLst>
          </p:cNvPr>
          <p:cNvPicPr>
            <a:picLocks noChangeAspect="1"/>
          </p:cNvPicPr>
          <p:nvPr/>
        </p:nvPicPr>
        <p:blipFill>
          <a:blip r:embed="rId5"/>
          <a:stretch>
            <a:fillRect/>
          </a:stretch>
        </p:blipFill>
        <p:spPr>
          <a:xfrm>
            <a:off x="4269196" y="283778"/>
            <a:ext cx="7684264" cy="1622620"/>
          </a:xfrm>
          <a:prstGeom prst="rect">
            <a:avLst/>
          </a:prstGeom>
        </p:spPr>
      </p:pic>
      <p:sp>
        <p:nvSpPr>
          <p:cNvPr id="20" name="文本框 19">
            <a:extLst>
              <a:ext uri="{FF2B5EF4-FFF2-40B4-BE49-F238E27FC236}">
                <a16:creationId xmlns:a16="http://schemas.microsoft.com/office/drawing/2014/main" id="{7B1B417A-9E58-BE4E-AF6B-0E2A36B757A8}"/>
              </a:ext>
            </a:extLst>
          </p:cNvPr>
          <p:cNvSpPr txBox="1"/>
          <p:nvPr/>
        </p:nvSpPr>
        <p:spPr>
          <a:xfrm>
            <a:off x="4223260" y="2017520"/>
            <a:ext cx="7879080" cy="968727"/>
          </a:xfrm>
          <a:prstGeom prst="rect">
            <a:avLst/>
          </a:prstGeom>
          <a:noFill/>
        </p:spPr>
        <p:txBody>
          <a:bodyPr wrap="none" rtlCol="0">
            <a:spAutoFit/>
          </a:bodyPr>
          <a:lstStyle/>
          <a:p>
            <a:pPr>
              <a:lnSpc>
                <a:spcPct val="150000"/>
              </a:lnSpc>
            </a:pPr>
            <a:r>
              <a:rPr kumimoji="1" lang="en-US" altLang="zh-CN" sz="2000" dirty="0">
                <a:latin typeface="Times New Roman" panose="02020603050405020304" pitchFamily="18" charset="0"/>
                <a:cs typeface="Times New Roman" panose="02020603050405020304" pitchFamily="18" charset="0"/>
              </a:rPr>
              <a:t>x86-64</a:t>
            </a:r>
            <a:r>
              <a:rPr kumimoji="1" lang="zh-CN" altLang="en-US" sz="2000" dirty="0">
                <a:latin typeface="Times New Roman" panose="02020603050405020304" pitchFamily="18" charset="0"/>
                <a:cs typeface="Times New Roman" panose="02020603050405020304" pitchFamily="18" charset="0"/>
              </a:rPr>
              <a:t> 小端法存储整型数据</a:t>
            </a:r>
            <a:endParaRPr kumimoji="1" lang="en-US" altLang="zh-CN" sz="2000" dirty="0">
              <a:latin typeface="Times New Roman" panose="02020603050405020304" pitchFamily="18" charset="0"/>
              <a:cs typeface="Times New Roman" panose="02020603050405020304" pitchFamily="18" charset="0"/>
            </a:endParaRPr>
          </a:p>
          <a:p>
            <a:pPr>
              <a:lnSpc>
                <a:spcPct val="150000"/>
              </a:lnSpc>
            </a:pPr>
            <a:r>
              <a:rPr kumimoji="1" lang="zh-CN" altLang="en-US" sz="2000" dirty="0">
                <a:latin typeface="Times New Roman" panose="02020603050405020304" pitchFamily="18" charset="0"/>
                <a:cs typeface="Times New Roman" panose="02020603050405020304" pitchFamily="18" charset="0"/>
              </a:rPr>
              <a:t>本步骤为一个</a:t>
            </a:r>
            <a:r>
              <a:rPr kumimoji="1" lang="zh-CN" altLang="en-US" sz="2000" b="1" dirty="0">
                <a:latin typeface="Times New Roman" panose="02020603050405020304" pitchFamily="18" charset="0"/>
                <a:cs typeface="Times New Roman" panose="02020603050405020304" pitchFamily="18" charset="0"/>
              </a:rPr>
              <a:t>全局数组变量</a:t>
            </a:r>
            <a:r>
              <a:rPr kumimoji="1" lang="zh-CN" altLang="en-US" sz="2000" dirty="0">
                <a:latin typeface="Times New Roman" panose="02020603050405020304" pitchFamily="18" charset="0"/>
                <a:cs typeface="Times New Roman" panose="02020603050405020304" pitchFamily="18" charset="0"/>
              </a:rPr>
              <a:t>创建了地址，为接下来的数组引用做准备</a:t>
            </a:r>
          </a:p>
        </p:txBody>
      </p:sp>
    </p:spTree>
    <p:extLst>
      <p:ext uri="{BB962C8B-B14F-4D97-AF65-F5344CB8AC3E}">
        <p14:creationId xmlns:p14="http://schemas.microsoft.com/office/powerpoint/2010/main" val="35493883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phase_6</a:t>
              </a:r>
              <a:endParaRPr kumimoji="1" lang="zh-CN" altLang="en-US" sz="2400" b="1" dirty="0">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A4B4BCEC-7FD0-C34D-9CB6-FA1C269BFC35}"/>
              </a:ext>
            </a:extLst>
          </p:cNvPr>
          <p:cNvSpPr>
            <a:spLocks noGrp="1"/>
          </p:cNvSpPr>
          <p:nvPr>
            <p:ph type="sldNum" sz="quarter" idx="12"/>
          </p:nvPr>
        </p:nvSpPr>
        <p:spPr>
          <a:xfrm>
            <a:off x="9448800"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48</a:t>
            </a:fld>
            <a:endParaRPr kumimoji="1" lang="zh-CN" altLang="en-US" dirty="0">
              <a:latin typeface="Times New Roman" panose="02020603050405020304" pitchFamily="18" charset="0"/>
              <a:cs typeface="Times New Roman" panose="02020603050405020304" pitchFamily="18" charset="0"/>
            </a:endParaRPr>
          </a:p>
        </p:txBody>
      </p:sp>
      <p:sp>
        <p:nvSpPr>
          <p:cNvPr id="14" name="文本框 13">
            <a:extLst>
              <a:ext uri="{FF2B5EF4-FFF2-40B4-BE49-F238E27FC236}">
                <a16:creationId xmlns:a16="http://schemas.microsoft.com/office/drawing/2014/main" id="{08CD1625-1C8B-E145-8293-F7CA3EC259B2}"/>
              </a:ext>
            </a:extLst>
          </p:cNvPr>
          <p:cNvSpPr txBox="1"/>
          <p:nvPr/>
        </p:nvSpPr>
        <p:spPr>
          <a:xfrm>
            <a:off x="3786899" y="2427988"/>
            <a:ext cx="4618202" cy="2002023"/>
          </a:xfrm>
          <a:prstGeom prst="rect">
            <a:avLst/>
          </a:prstGeom>
          <a:noFill/>
        </p:spPr>
        <p:txBody>
          <a:bodyPr wrap="square" rtlCol="0">
            <a:spAutoFit/>
          </a:bodyPr>
          <a:lstStyle/>
          <a:p>
            <a:pPr algn="ctr">
              <a:lnSpc>
                <a:spcPct val="150000"/>
              </a:lnSpc>
            </a:pPr>
            <a:r>
              <a:rPr kumimoji="1" lang="en-US" altLang="zh-CN" sz="4400" b="1" dirty="0">
                <a:latin typeface="Times New Roman" panose="02020603050405020304" pitchFamily="18" charset="0"/>
                <a:cs typeface="Times New Roman" panose="02020603050405020304" pitchFamily="18" charset="0"/>
              </a:rPr>
              <a:t>phase_6</a:t>
            </a:r>
          </a:p>
          <a:p>
            <a:pPr algn="ctr">
              <a:lnSpc>
                <a:spcPct val="150000"/>
              </a:lnSpc>
            </a:pPr>
            <a:r>
              <a:rPr kumimoji="1" lang="es-ES" altLang="zh-CN" sz="4400" dirty="0">
                <a:latin typeface="Times New Roman" panose="02020603050405020304" pitchFamily="18" charset="0"/>
                <a:cs typeface="Times New Roman" panose="02020603050405020304" pitchFamily="18" charset="0"/>
              </a:rPr>
              <a:t>Single </a:t>
            </a:r>
            <a:r>
              <a:rPr kumimoji="1" lang="es-ES" altLang="zh-CN" sz="4400" dirty="0" err="1">
                <a:latin typeface="Times New Roman" panose="02020603050405020304" pitchFamily="18" charset="0"/>
                <a:cs typeface="Times New Roman" panose="02020603050405020304" pitchFamily="18" charset="0"/>
              </a:rPr>
              <a:t>Linked</a:t>
            </a:r>
            <a:r>
              <a:rPr kumimoji="1" lang="es-ES" altLang="zh-CN" sz="4400" dirty="0">
                <a:latin typeface="Times New Roman" panose="02020603050405020304" pitchFamily="18" charset="0"/>
                <a:cs typeface="Times New Roman" panose="02020603050405020304" pitchFamily="18" charset="0"/>
              </a:rPr>
              <a:t> </a:t>
            </a:r>
            <a:r>
              <a:rPr kumimoji="1" lang="es-ES" altLang="zh-CN" sz="4400" dirty="0" err="1">
                <a:latin typeface="Times New Roman" panose="02020603050405020304" pitchFamily="18" charset="0"/>
                <a:cs typeface="Times New Roman" panose="02020603050405020304" pitchFamily="18" charset="0"/>
              </a:rPr>
              <a:t>List</a:t>
            </a:r>
            <a:endParaRPr kumimoji="1" lang="zh-CN" altLang="en-US"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86786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phase_6</a:t>
              </a:r>
              <a:endParaRPr kumimoji="1" lang="zh-CN" altLang="en-US" sz="2400" b="1" dirty="0">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A4B4BCEC-7FD0-C34D-9CB6-FA1C269BFC35}"/>
              </a:ext>
            </a:extLst>
          </p:cNvPr>
          <p:cNvSpPr>
            <a:spLocks noGrp="1"/>
          </p:cNvSpPr>
          <p:nvPr>
            <p:ph type="sldNum" sz="quarter" idx="12"/>
          </p:nvPr>
        </p:nvSpPr>
        <p:spPr>
          <a:xfrm>
            <a:off x="9448800"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49</a:t>
            </a:fld>
            <a:endParaRPr kumimoji="1" lang="zh-CN" altLang="en-US" dirty="0">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9885DC44-FBE5-2741-815B-73D77AB9423F}"/>
              </a:ext>
            </a:extLst>
          </p:cNvPr>
          <p:cNvPicPr>
            <a:picLocks noChangeAspect="1"/>
          </p:cNvPicPr>
          <p:nvPr/>
        </p:nvPicPr>
        <p:blipFill>
          <a:blip r:embed="rId2"/>
          <a:stretch>
            <a:fillRect/>
          </a:stretch>
        </p:blipFill>
        <p:spPr>
          <a:xfrm>
            <a:off x="7281890" y="1955939"/>
            <a:ext cx="4333819" cy="2293753"/>
          </a:xfrm>
          <a:prstGeom prst="rect">
            <a:avLst/>
          </a:prstGeom>
        </p:spPr>
      </p:pic>
      <p:pic>
        <p:nvPicPr>
          <p:cNvPr id="4" name="图片 3">
            <a:extLst>
              <a:ext uri="{FF2B5EF4-FFF2-40B4-BE49-F238E27FC236}">
                <a16:creationId xmlns:a16="http://schemas.microsoft.com/office/drawing/2014/main" id="{23A5DE5D-84CD-1746-9DAB-26608F998C2C}"/>
              </a:ext>
            </a:extLst>
          </p:cNvPr>
          <p:cNvPicPr>
            <a:picLocks noChangeAspect="1"/>
          </p:cNvPicPr>
          <p:nvPr/>
        </p:nvPicPr>
        <p:blipFill>
          <a:blip r:embed="rId3"/>
          <a:stretch>
            <a:fillRect/>
          </a:stretch>
        </p:blipFill>
        <p:spPr>
          <a:xfrm>
            <a:off x="288055" y="203199"/>
            <a:ext cx="5188405" cy="1074125"/>
          </a:xfrm>
          <a:prstGeom prst="rect">
            <a:avLst/>
          </a:prstGeom>
        </p:spPr>
      </p:pic>
      <p:pic>
        <p:nvPicPr>
          <p:cNvPr id="15" name="图片 14">
            <a:extLst>
              <a:ext uri="{FF2B5EF4-FFF2-40B4-BE49-F238E27FC236}">
                <a16:creationId xmlns:a16="http://schemas.microsoft.com/office/drawing/2014/main" id="{CE460BFA-06A2-A34E-BAA8-279BAF2C458D}"/>
              </a:ext>
            </a:extLst>
          </p:cNvPr>
          <p:cNvPicPr>
            <a:picLocks noChangeAspect="1"/>
          </p:cNvPicPr>
          <p:nvPr/>
        </p:nvPicPr>
        <p:blipFill>
          <a:blip r:embed="rId4"/>
          <a:stretch>
            <a:fillRect/>
          </a:stretch>
        </p:blipFill>
        <p:spPr>
          <a:xfrm>
            <a:off x="288055" y="1679713"/>
            <a:ext cx="6728988" cy="3848376"/>
          </a:xfrm>
          <a:prstGeom prst="rect">
            <a:avLst/>
          </a:prstGeom>
        </p:spPr>
      </p:pic>
    </p:spTree>
    <p:extLst>
      <p:ext uri="{BB962C8B-B14F-4D97-AF65-F5344CB8AC3E}">
        <p14:creationId xmlns:p14="http://schemas.microsoft.com/office/powerpoint/2010/main" val="12276687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phase_6</a:t>
              </a:r>
              <a:endParaRPr kumimoji="1" lang="zh-CN" altLang="en-US" sz="2400" b="1" dirty="0">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A4B4BCEC-7FD0-C34D-9CB6-FA1C269BFC35}"/>
              </a:ext>
            </a:extLst>
          </p:cNvPr>
          <p:cNvSpPr>
            <a:spLocks noGrp="1"/>
          </p:cNvSpPr>
          <p:nvPr>
            <p:ph type="sldNum" sz="quarter" idx="12"/>
          </p:nvPr>
        </p:nvSpPr>
        <p:spPr>
          <a:xfrm>
            <a:off x="9448800"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50</a:t>
            </a:fld>
            <a:endParaRPr kumimoji="1" lang="zh-CN" altLang="en-US" dirty="0">
              <a:latin typeface="Times New Roman" panose="02020603050405020304" pitchFamily="18" charset="0"/>
              <a:cs typeface="Times New Roman" panose="02020603050405020304" pitchFamily="18" charset="0"/>
            </a:endParaRPr>
          </a:p>
        </p:txBody>
      </p:sp>
      <p:pic>
        <p:nvPicPr>
          <p:cNvPr id="14" name="图片 13">
            <a:extLst>
              <a:ext uri="{FF2B5EF4-FFF2-40B4-BE49-F238E27FC236}">
                <a16:creationId xmlns:a16="http://schemas.microsoft.com/office/drawing/2014/main" id="{88093CFC-A266-6346-B596-7C34A7AC8702}"/>
              </a:ext>
            </a:extLst>
          </p:cNvPr>
          <p:cNvPicPr>
            <a:picLocks noChangeAspect="1"/>
          </p:cNvPicPr>
          <p:nvPr/>
        </p:nvPicPr>
        <p:blipFill>
          <a:blip r:embed="rId2"/>
          <a:stretch>
            <a:fillRect/>
          </a:stretch>
        </p:blipFill>
        <p:spPr>
          <a:xfrm>
            <a:off x="526774" y="477354"/>
            <a:ext cx="6188669" cy="2206211"/>
          </a:xfrm>
          <a:prstGeom prst="rect">
            <a:avLst/>
          </a:prstGeom>
        </p:spPr>
      </p:pic>
      <p:pic>
        <p:nvPicPr>
          <p:cNvPr id="16" name="图片 15">
            <a:extLst>
              <a:ext uri="{FF2B5EF4-FFF2-40B4-BE49-F238E27FC236}">
                <a16:creationId xmlns:a16="http://schemas.microsoft.com/office/drawing/2014/main" id="{F725F556-F252-DC47-A197-6E6FEA93CBC4}"/>
              </a:ext>
            </a:extLst>
          </p:cNvPr>
          <p:cNvPicPr>
            <a:picLocks noChangeAspect="1"/>
          </p:cNvPicPr>
          <p:nvPr/>
        </p:nvPicPr>
        <p:blipFill rotWithShape="1">
          <a:blip r:embed="rId3"/>
          <a:srcRect l="11322" t="5358" r="14583" b="13549"/>
          <a:stretch/>
        </p:blipFill>
        <p:spPr>
          <a:xfrm>
            <a:off x="7759147" y="40839"/>
            <a:ext cx="4432853" cy="5564645"/>
          </a:xfrm>
          <a:prstGeom prst="rect">
            <a:avLst/>
          </a:prstGeom>
        </p:spPr>
      </p:pic>
      <p:sp>
        <p:nvSpPr>
          <p:cNvPr id="17" name="矩形 16">
            <a:extLst>
              <a:ext uri="{FF2B5EF4-FFF2-40B4-BE49-F238E27FC236}">
                <a16:creationId xmlns:a16="http://schemas.microsoft.com/office/drawing/2014/main" id="{2BA826FF-F5A4-1F45-9BFA-939FEC53AFEA}"/>
              </a:ext>
            </a:extLst>
          </p:cNvPr>
          <p:cNvSpPr/>
          <p:nvPr/>
        </p:nvSpPr>
        <p:spPr>
          <a:xfrm>
            <a:off x="2416957" y="1580459"/>
            <a:ext cx="2808187" cy="238402"/>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21" name="矩形 20">
            <a:extLst>
              <a:ext uri="{FF2B5EF4-FFF2-40B4-BE49-F238E27FC236}">
                <a16:creationId xmlns:a16="http://schemas.microsoft.com/office/drawing/2014/main" id="{061AE3AA-3A17-DC4F-9C5A-14750A1D4950}"/>
              </a:ext>
            </a:extLst>
          </p:cNvPr>
          <p:cNvSpPr/>
          <p:nvPr/>
        </p:nvSpPr>
        <p:spPr>
          <a:xfrm>
            <a:off x="2416957" y="2191025"/>
            <a:ext cx="1449366" cy="238402"/>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pic>
        <p:nvPicPr>
          <p:cNvPr id="24" name="图片 23">
            <a:extLst>
              <a:ext uri="{FF2B5EF4-FFF2-40B4-BE49-F238E27FC236}">
                <a16:creationId xmlns:a16="http://schemas.microsoft.com/office/drawing/2014/main" id="{BEACFDC3-87F0-3043-BBB6-4031E62D217B}"/>
              </a:ext>
            </a:extLst>
          </p:cNvPr>
          <p:cNvPicPr>
            <a:picLocks noChangeAspect="1"/>
          </p:cNvPicPr>
          <p:nvPr/>
        </p:nvPicPr>
        <p:blipFill>
          <a:blip r:embed="rId4"/>
          <a:stretch>
            <a:fillRect/>
          </a:stretch>
        </p:blipFill>
        <p:spPr>
          <a:xfrm>
            <a:off x="526774" y="2801591"/>
            <a:ext cx="6883400" cy="1828800"/>
          </a:xfrm>
          <a:prstGeom prst="rect">
            <a:avLst/>
          </a:prstGeom>
        </p:spPr>
      </p:pic>
      <p:sp>
        <p:nvSpPr>
          <p:cNvPr id="25" name="矩形 24">
            <a:extLst>
              <a:ext uri="{FF2B5EF4-FFF2-40B4-BE49-F238E27FC236}">
                <a16:creationId xmlns:a16="http://schemas.microsoft.com/office/drawing/2014/main" id="{8C29273F-BC6C-5343-9F68-3FCD3355518C}"/>
              </a:ext>
            </a:extLst>
          </p:cNvPr>
          <p:cNvSpPr/>
          <p:nvPr/>
        </p:nvSpPr>
        <p:spPr>
          <a:xfrm>
            <a:off x="526774" y="5605484"/>
            <a:ext cx="646043" cy="5367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val</a:t>
            </a:r>
            <a:r>
              <a:rPr kumimoji="1" lang="en-US" altLang="zh-CN" baseline="-25000" dirty="0">
                <a:solidFill>
                  <a:schemeClr val="tx1"/>
                </a:solidFill>
                <a:latin typeface="Times New Roman" panose="02020603050405020304" pitchFamily="18" charset="0"/>
                <a:cs typeface="Times New Roman" panose="02020603050405020304" pitchFamily="18" charset="0"/>
              </a:rPr>
              <a:t>1</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6" name="矩形 25">
            <a:extLst>
              <a:ext uri="{FF2B5EF4-FFF2-40B4-BE49-F238E27FC236}">
                <a16:creationId xmlns:a16="http://schemas.microsoft.com/office/drawing/2014/main" id="{B3B1CFCC-4A2E-F842-AC2B-03FDA6F5399E}"/>
              </a:ext>
            </a:extLst>
          </p:cNvPr>
          <p:cNvSpPr/>
          <p:nvPr/>
        </p:nvSpPr>
        <p:spPr>
          <a:xfrm>
            <a:off x="1172817" y="5605484"/>
            <a:ext cx="646043" cy="536713"/>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cxnSp>
        <p:nvCxnSpPr>
          <p:cNvPr id="27" name="直线箭头连接符 26">
            <a:extLst>
              <a:ext uri="{FF2B5EF4-FFF2-40B4-BE49-F238E27FC236}">
                <a16:creationId xmlns:a16="http://schemas.microsoft.com/office/drawing/2014/main" id="{19508844-DFBD-464E-B8AA-4B46C7723E6D}"/>
              </a:ext>
            </a:extLst>
          </p:cNvPr>
          <p:cNvCxnSpPr/>
          <p:nvPr/>
        </p:nvCxnSpPr>
        <p:spPr>
          <a:xfrm>
            <a:off x="1491271" y="5858852"/>
            <a:ext cx="74543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8" name="矩形 27">
            <a:extLst>
              <a:ext uri="{FF2B5EF4-FFF2-40B4-BE49-F238E27FC236}">
                <a16:creationId xmlns:a16="http://schemas.microsoft.com/office/drawing/2014/main" id="{04CCA8B7-3B3B-194F-B388-9EDFFF7AEC54}"/>
              </a:ext>
            </a:extLst>
          </p:cNvPr>
          <p:cNvSpPr/>
          <p:nvPr/>
        </p:nvSpPr>
        <p:spPr>
          <a:xfrm>
            <a:off x="2221562" y="5605484"/>
            <a:ext cx="646043" cy="5367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val</a:t>
            </a:r>
            <a:r>
              <a:rPr kumimoji="1" lang="en-US" altLang="zh-CN" baseline="-25000" dirty="0">
                <a:solidFill>
                  <a:schemeClr val="tx1"/>
                </a:solidFill>
                <a:latin typeface="Times New Roman" panose="02020603050405020304" pitchFamily="18" charset="0"/>
                <a:cs typeface="Times New Roman" panose="02020603050405020304" pitchFamily="18" charset="0"/>
              </a:rPr>
              <a:t>2</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9" name="矩形 28">
            <a:extLst>
              <a:ext uri="{FF2B5EF4-FFF2-40B4-BE49-F238E27FC236}">
                <a16:creationId xmlns:a16="http://schemas.microsoft.com/office/drawing/2014/main" id="{DB631038-6DBC-8B47-8DF7-679D30BB9029}"/>
              </a:ext>
            </a:extLst>
          </p:cNvPr>
          <p:cNvSpPr/>
          <p:nvPr/>
        </p:nvSpPr>
        <p:spPr>
          <a:xfrm>
            <a:off x="2867605" y="5605484"/>
            <a:ext cx="646043" cy="536713"/>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cxnSp>
        <p:nvCxnSpPr>
          <p:cNvPr id="30" name="直线箭头连接符 29">
            <a:extLst>
              <a:ext uri="{FF2B5EF4-FFF2-40B4-BE49-F238E27FC236}">
                <a16:creationId xmlns:a16="http://schemas.microsoft.com/office/drawing/2014/main" id="{C6DA2FC9-646A-9E41-ADCD-519D4131D690}"/>
              </a:ext>
            </a:extLst>
          </p:cNvPr>
          <p:cNvCxnSpPr/>
          <p:nvPr/>
        </p:nvCxnSpPr>
        <p:spPr>
          <a:xfrm>
            <a:off x="3186059" y="5858852"/>
            <a:ext cx="74543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1" name="矩形 30">
            <a:extLst>
              <a:ext uri="{FF2B5EF4-FFF2-40B4-BE49-F238E27FC236}">
                <a16:creationId xmlns:a16="http://schemas.microsoft.com/office/drawing/2014/main" id="{41502680-3C2F-7240-BBAE-3AB30462D82F}"/>
              </a:ext>
            </a:extLst>
          </p:cNvPr>
          <p:cNvSpPr/>
          <p:nvPr/>
        </p:nvSpPr>
        <p:spPr>
          <a:xfrm>
            <a:off x="3931494" y="5605484"/>
            <a:ext cx="646043" cy="5367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val</a:t>
            </a:r>
            <a:r>
              <a:rPr kumimoji="1" lang="en-US" altLang="zh-CN" baseline="-25000" dirty="0">
                <a:solidFill>
                  <a:schemeClr val="tx1"/>
                </a:solidFill>
                <a:latin typeface="Times New Roman" panose="02020603050405020304" pitchFamily="18" charset="0"/>
                <a:cs typeface="Times New Roman" panose="02020603050405020304" pitchFamily="18" charset="0"/>
              </a:rPr>
              <a:t>3</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2" name="矩形 31">
            <a:extLst>
              <a:ext uri="{FF2B5EF4-FFF2-40B4-BE49-F238E27FC236}">
                <a16:creationId xmlns:a16="http://schemas.microsoft.com/office/drawing/2014/main" id="{AD410D75-1185-3B43-A2E8-8C5198484B1A}"/>
              </a:ext>
            </a:extLst>
          </p:cNvPr>
          <p:cNvSpPr/>
          <p:nvPr/>
        </p:nvSpPr>
        <p:spPr>
          <a:xfrm>
            <a:off x="4577537" y="5605484"/>
            <a:ext cx="646043" cy="536713"/>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cxnSp>
        <p:nvCxnSpPr>
          <p:cNvPr id="33" name="直线箭头连接符 32">
            <a:extLst>
              <a:ext uri="{FF2B5EF4-FFF2-40B4-BE49-F238E27FC236}">
                <a16:creationId xmlns:a16="http://schemas.microsoft.com/office/drawing/2014/main" id="{2B6B641B-12DA-CB40-9D2C-E16E99AA776D}"/>
              </a:ext>
            </a:extLst>
          </p:cNvPr>
          <p:cNvCxnSpPr/>
          <p:nvPr/>
        </p:nvCxnSpPr>
        <p:spPr>
          <a:xfrm>
            <a:off x="4895991" y="5858852"/>
            <a:ext cx="74543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4" name="矩形 33">
            <a:extLst>
              <a:ext uri="{FF2B5EF4-FFF2-40B4-BE49-F238E27FC236}">
                <a16:creationId xmlns:a16="http://schemas.microsoft.com/office/drawing/2014/main" id="{BE1302F0-A227-8146-BB98-C97239179C89}"/>
              </a:ext>
            </a:extLst>
          </p:cNvPr>
          <p:cNvSpPr/>
          <p:nvPr/>
        </p:nvSpPr>
        <p:spPr>
          <a:xfrm>
            <a:off x="5641949" y="5605484"/>
            <a:ext cx="646043" cy="5367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val</a:t>
            </a:r>
            <a:r>
              <a:rPr kumimoji="1" lang="en-US" altLang="zh-CN" baseline="-25000" dirty="0">
                <a:solidFill>
                  <a:schemeClr val="tx1"/>
                </a:solidFill>
                <a:latin typeface="Times New Roman" panose="02020603050405020304" pitchFamily="18" charset="0"/>
                <a:cs typeface="Times New Roman" panose="02020603050405020304" pitchFamily="18" charset="0"/>
              </a:rPr>
              <a:t>4</a:t>
            </a:r>
            <a:endParaRPr kumimoji="1" lang="zh-CN" altLang="en-US" sz="2000" dirty="0">
              <a:solidFill>
                <a:schemeClr val="tx1"/>
              </a:solidFill>
              <a:latin typeface="Times New Roman" panose="02020603050405020304" pitchFamily="18" charset="0"/>
              <a:cs typeface="Times New Roman" panose="02020603050405020304" pitchFamily="18" charset="0"/>
            </a:endParaRPr>
          </a:p>
        </p:txBody>
      </p:sp>
      <p:sp>
        <p:nvSpPr>
          <p:cNvPr id="35" name="矩形 34">
            <a:extLst>
              <a:ext uri="{FF2B5EF4-FFF2-40B4-BE49-F238E27FC236}">
                <a16:creationId xmlns:a16="http://schemas.microsoft.com/office/drawing/2014/main" id="{ADE40821-54E5-164C-B72D-F8A23820BAD4}"/>
              </a:ext>
            </a:extLst>
          </p:cNvPr>
          <p:cNvSpPr/>
          <p:nvPr/>
        </p:nvSpPr>
        <p:spPr>
          <a:xfrm>
            <a:off x="6287992" y="5605484"/>
            <a:ext cx="646043" cy="536713"/>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cxnSp>
        <p:nvCxnSpPr>
          <p:cNvPr id="36" name="直线箭头连接符 35">
            <a:extLst>
              <a:ext uri="{FF2B5EF4-FFF2-40B4-BE49-F238E27FC236}">
                <a16:creationId xmlns:a16="http://schemas.microsoft.com/office/drawing/2014/main" id="{516049B5-F175-D749-A8ED-2040A9BB9547}"/>
              </a:ext>
            </a:extLst>
          </p:cNvPr>
          <p:cNvCxnSpPr/>
          <p:nvPr/>
        </p:nvCxnSpPr>
        <p:spPr>
          <a:xfrm>
            <a:off x="6606446" y="5858852"/>
            <a:ext cx="74543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7" name="矩形 36">
            <a:extLst>
              <a:ext uri="{FF2B5EF4-FFF2-40B4-BE49-F238E27FC236}">
                <a16:creationId xmlns:a16="http://schemas.microsoft.com/office/drawing/2014/main" id="{9CD3EC98-4083-7540-B4B9-BF24EBC13817}"/>
              </a:ext>
            </a:extLst>
          </p:cNvPr>
          <p:cNvSpPr/>
          <p:nvPr/>
        </p:nvSpPr>
        <p:spPr>
          <a:xfrm>
            <a:off x="7351479" y="5605484"/>
            <a:ext cx="646043" cy="5367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val</a:t>
            </a:r>
            <a:r>
              <a:rPr kumimoji="1" lang="en-US" altLang="zh-CN" baseline="-25000" dirty="0">
                <a:solidFill>
                  <a:schemeClr val="tx1"/>
                </a:solidFill>
                <a:latin typeface="Times New Roman" panose="02020603050405020304" pitchFamily="18" charset="0"/>
                <a:cs typeface="Times New Roman" panose="02020603050405020304" pitchFamily="18" charset="0"/>
              </a:rPr>
              <a:t>5</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8" name="矩形 37">
            <a:extLst>
              <a:ext uri="{FF2B5EF4-FFF2-40B4-BE49-F238E27FC236}">
                <a16:creationId xmlns:a16="http://schemas.microsoft.com/office/drawing/2014/main" id="{A42FBEFD-C2EE-8240-9E71-D883BA2ED390}"/>
              </a:ext>
            </a:extLst>
          </p:cNvPr>
          <p:cNvSpPr/>
          <p:nvPr/>
        </p:nvSpPr>
        <p:spPr>
          <a:xfrm>
            <a:off x="7997522" y="5605484"/>
            <a:ext cx="646043" cy="536713"/>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cxnSp>
        <p:nvCxnSpPr>
          <p:cNvPr id="39" name="直线箭头连接符 38">
            <a:extLst>
              <a:ext uri="{FF2B5EF4-FFF2-40B4-BE49-F238E27FC236}">
                <a16:creationId xmlns:a16="http://schemas.microsoft.com/office/drawing/2014/main" id="{A7327867-7176-5C4B-BA3D-739E0621007D}"/>
              </a:ext>
            </a:extLst>
          </p:cNvPr>
          <p:cNvCxnSpPr/>
          <p:nvPr/>
        </p:nvCxnSpPr>
        <p:spPr>
          <a:xfrm>
            <a:off x="8315976" y="5858852"/>
            <a:ext cx="74543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0" name="矩形 39">
            <a:extLst>
              <a:ext uri="{FF2B5EF4-FFF2-40B4-BE49-F238E27FC236}">
                <a16:creationId xmlns:a16="http://schemas.microsoft.com/office/drawing/2014/main" id="{E0147431-0784-5A4A-9BCB-6984925E87AE}"/>
              </a:ext>
            </a:extLst>
          </p:cNvPr>
          <p:cNvSpPr/>
          <p:nvPr/>
        </p:nvSpPr>
        <p:spPr>
          <a:xfrm>
            <a:off x="9061811" y="5605484"/>
            <a:ext cx="646043" cy="5367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val</a:t>
            </a:r>
            <a:r>
              <a:rPr kumimoji="1" lang="en-US" altLang="zh-CN" baseline="-25000" dirty="0">
                <a:solidFill>
                  <a:schemeClr val="tx1"/>
                </a:solidFill>
                <a:latin typeface="Times New Roman" panose="02020603050405020304" pitchFamily="18" charset="0"/>
                <a:cs typeface="Times New Roman" panose="02020603050405020304" pitchFamily="18" charset="0"/>
              </a:rPr>
              <a:t>6</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41" name="矩形 40">
            <a:extLst>
              <a:ext uri="{FF2B5EF4-FFF2-40B4-BE49-F238E27FC236}">
                <a16:creationId xmlns:a16="http://schemas.microsoft.com/office/drawing/2014/main" id="{BF2CA7B0-DDD9-5A43-98FF-FEE5EF0F604E}"/>
              </a:ext>
            </a:extLst>
          </p:cNvPr>
          <p:cNvSpPr/>
          <p:nvPr/>
        </p:nvSpPr>
        <p:spPr>
          <a:xfrm>
            <a:off x="9707854" y="5605484"/>
            <a:ext cx="646043" cy="536713"/>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null</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625594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phase_6</a:t>
              </a:r>
              <a:endParaRPr kumimoji="1" lang="zh-CN" altLang="en-US" sz="2400" b="1" dirty="0">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A4B4BCEC-7FD0-C34D-9CB6-FA1C269BFC35}"/>
              </a:ext>
            </a:extLst>
          </p:cNvPr>
          <p:cNvSpPr>
            <a:spLocks noGrp="1"/>
          </p:cNvSpPr>
          <p:nvPr>
            <p:ph type="sldNum" sz="quarter" idx="12"/>
          </p:nvPr>
        </p:nvSpPr>
        <p:spPr>
          <a:xfrm>
            <a:off x="9448800"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51</a:t>
            </a:fld>
            <a:endParaRPr kumimoji="1" lang="zh-CN" altLang="en-US" dirty="0">
              <a:latin typeface="Times New Roman" panose="02020603050405020304" pitchFamily="18" charset="0"/>
              <a:cs typeface="Times New Roman" panose="02020603050405020304" pitchFamily="18" charset="0"/>
            </a:endParaRPr>
          </a:p>
        </p:txBody>
      </p:sp>
      <p:sp>
        <p:nvSpPr>
          <p:cNvPr id="3" name="矩形 2">
            <a:extLst>
              <a:ext uri="{FF2B5EF4-FFF2-40B4-BE49-F238E27FC236}">
                <a16:creationId xmlns:a16="http://schemas.microsoft.com/office/drawing/2014/main" id="{C19D1ECD-0AC6-D741-A6EB-C3CCF1139335}"/>
              </a:ext>
            </a:extLst>
          </p:cNvPr>
          <p:cNvSpPr/>
          <p:nvPr/>
        </p:nvSpPr>
        <p:spPr>
          <a:xfrm>
            <a:off x="496555" y="4815589"/>
            <a:ext cx="646043" cy="5367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val</a:t>
            </a:r>
            <a:r>
              <a:rPr kumimoji="1" lang="en-US" altLang="zh-CN" baseline="-25000" dirty="0">
                <a:solidFill>
                  <a:schemeClr val="tx1"/>
                </a:solidFill>
                <a:latin typeface="Times New Roman" panose="02020603050405020304" pitchFamily="18" charset="0"/>
                <a:cs typeface="Times New Roman" panose="02020603050405020304" pitchFamily="18" charset="0"/>
              </a:rPr>
              <a:t>n1</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18" name="矩形 17">
            <a:extLst>
              <a:ext uri="{FF2B5EF4-FFF2-40B4-BE49-F238E27FC236}">
                <a16:creationId xmlns:a16="http://schemas.microsoft.com/office/drawing/2014/main" id="{7EEFE148-C0E3-9C4F-A691-ECA5A13E4C46}"/>
              </a:ext>
            </a:extLst>
          </p:cNvPr>
          <p:cNvSpPr/>
          <p:nvPr/>
        </p:nvSpPr>
        <p:spPr>
          <a:xfrm>
            <a:off x="1142598" y="4815589"/>
            <a:ext cx="646043" cy="536713"/>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A4F5B3A0-D453-1B4F-BB3F-8F3F044714B7}"/>
              </a:ext>
            </a:extLst>
          </p:cNvPr>
          <p:cNvPicPr>
            <a:picLocks noChangeAspect="1"/>
          </p:cNvPicPr>
          <p:nvPr/>
        </p:nvPicPr>
        <p:blipFill>
          <a:blip r:embed="rId2"/>
          <a:stretch>
            <a:fillRect/>
          </a:stretch>
        </p:blipFill>
        <p:spPr>
          <a:xfrm>
            <a:off x="8933542" y="1789043"/>
            <a:ext cx="2387600" cy="1054100"/>
          </a:xfrm>
          <a:prstGeom prst="rect">
            <a:avLst/>
          </a:prstGeom>
        </p:spPr>
      </p:pic>
      <p:cxnSp>
        <p:nvCxnSpPr>
          <p:cNvPr id="19" name="直线箭头连接符 18">
            <a:extLst>
              <a:ext uri="{FF2B5EF4-FFF2-40B4-BE49-F238E27FC236}">
                <a16:creationId xmlns:a16="http://schemas.microsoft.com/office/drawing/2014/main" id="{9C56023D-1FA7-7546-BAF4-683B9E20A145}"/>
              </a:ext>
            </a:extLst>
          </p:cNvPr>
          <p:cNvCxnSpPr/>
          <p:nvPr/>
        </p:nvCxnSpPr>
        <p:spPr>
          <a:xfrm>
            <a:off x="1461052" y="5068957"/>
            <a:ext cx="74543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3" name="矩形 22">
            <a:extLst>
              <a:ext uri="{FF2B5EF4-FFF2-40B4-BE49-F238E27FC236}">
                <a16:creationId xmlns:a16="http://schemas.microsoft.com/office/drawing/2014/main" id="{D98F1066-8F86-1A4F-962F-CB09137C1668}"/>
              </a:ext>
            </a:extLst>
          </p:cNvPr>
          <p:cNvSpPr/>
          <p:nvPr/>
        </p:nvSpPr>
        <p:spPr>
          <a:xfrm>
            <a:off x="2191343" y="4815589"/>
            <a:ext cx="646043" cy="5367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val</a:t>
            </a:r>
            <a:r>
              <a:rPr kumimoji="1" lang="en-US" altLang="zh-CN" baseline="-25000" dirty="0">
                <a:solidFill>
                  <a:schemeClr val="tx1"/>
                </a:solidFill>
                <a:latin typeface="Times New Roman" panose="02020603050405020304" pitchFamily="18" charset="0"/>
                <a:cs typeface="Times New Roman" panose="02020603050405020304" pitchFamily="18" charset="0"/>
              </a:rPr>
              <a:t>n2</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4" name="矩形 23">
            <a:extLst>
              <a:ext uri="{FF2B5EF4-FFF2-40B4-BE49-F238E27FC236}">
                <a16:creationId xmlns:a16="http://schemas.microsoft.com/office/drawing/2014/main" id="{1BECC915-0A44-CC45-B352-4B9B47768A4A}"/>
              </a:ext>
            </a:extLst>
          </p:cNvPr>
          <p:cNvSpPr/>
          <p:nvPr/>
        </p:nvSpPr>
        <p:spPr>
          <a:xfrm>
            <a:off x="2837386" y="4815589"/>
            <a:ext cx="646043" cy="536713"/>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cxnSp>
        <p:nvCxnSpPr>
          <p:cNvPr id="25" name="直线箭头连接符 24">
            <a:extLst>
              <a:ext uri="{FF2B5EF4-FFF2-40B4-BE49-F238E27FC236}">
                <a16:creationId xmlns:a16="http://schemas.microsoft.com/office/drawing/2014/main" id="{C06E91E1-6B34-374D-8ACC-7BB368F8001E}"/>
              </a:ext>
            </a:extLst>
          </p:cNvPr>
          <p:cNvCxnSpPr/>
          <p:nvPr/>
        </p:nvCxnSpPr>
        <p:spPr>
          <a:xfrm>
            <a:off x="3155840" y="5068957"/>
            <a:ext cx="74543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6" name="矩形 25">
            <a:extLst>
              <a:ext uri="{FF2B5EF4-FFF2-40B4-BE49-F238E27FC236}">
                <a16:creationId xmlns:a16="http://schemas.microsoft.com/office/drawing/2014/main" id="{15E2261A-1BBE-4448-B8A0-9EE2A5A98F1B}"/>
              </a:ext>
            </a:extLst>
          </p:cNvPr>
          <p:cNvSpPr/>
          <p:nvPr/>
        </p:nvSpPr>
        <p:spPr>
          <a:xfrm>
            <a:off x="3901275" y="4815589"/>
            <a:ext cx="646043" cy="5367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val</a:t>
            </a:r>
            <a:r>
              <a:rPr kumimoji="1" lang="en-US" altLang="zh-CN" baseline="-25000" dirty="0">
                <a:solidFill>
                  <a:schemeClr val="tx1"/>
                </a:solidFill>
                <a:latin typeface="Times New Roman" panose="02020603050405020304" pitchFamily="18" charset="0"/>
                <a:cs typeface="Times New Roman" panose="02020603050405020304" pitchFamily="18" charset="0"/>
              </a:rPr>
              <a:t>n3</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7" name="矩形 26">
            <a:extLst>
              <a:ext uri="{FF2B5EF4-FFF2-40B4-BE49-F238E27FC236}">
                <a16:creationId xmlns:a16="http://schemas.microsoft.com/office/drawing/2014/main" id="{14F58DC1-C434-E544-9044-91B2A91D097C}"/>
              </a:ext>
            </a:extLst>
          </p:cNvPr>
          <p:cNvSpPr/>
          <p:nvPr/>
        </p:nvSpPr>
        <p:spPr>
          <a:xfrm>
            <a:off x="4547318" y="4815589"/>
            <a:ext cx="646043" cy="536713"/>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cxnSp>
        <p:nvCxnSpPr>
          <p:cNvPr id="28" name="直线箭头连接符 27">
            <a:extLst>
              <a:ext uri="{FF2B5EF4-FFF2-40B4-BE49-F238E27FC236}">
                <a16:creationId xmlns:a16="http://schemas.microsoft.com/office/drawing/2014/main" id="{B4BFBA18-D945-244B-9C7C-20084420B3B4}"/>
              </a:ext>
            </a:extLst>
          </p:cNvPr>
          <p:cNvCxnSpPr/>
          <p:nvPr/>
        </p:nvCxnSpPr>
        <p:spPr>
          <a:xfrm>
            <a:off x="4865772" y="5068957"/>
            <a:ext cx="74543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9" name="矩形 28">
            <a:extLst>
              <a:ext uri="{FF2B5EF4-FFF2-40B4-BE49-F238E27FC236}">
                <a16:creationId xmlns:a16="http://schemas.microsoft.com/office/drawing/2014/main" id="{C81645F0-CFA6-104B-98A9-1FB2206C5F32}"/>
              </a:ext>
            </a:extLst>
          </p:cNvPr>
          <p:cNvSpPr/>
          <p:nvPr/>
        </p:nvSpPr>
        <p:spPr>
          <a:xfrm>
            <a:off x="5611730" y="4815589"/>
            <a:ext cx="646043" cy="5367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val</a:t>
            </a:r>
            <a:r>
              <a:rPr kumimoji="1" lang="en-US" altLang="zh-CN" baseline="-25000" dirty="0">
                <a:solidFill>
                  <a:schemeClr val="tx1"/>
                </a:solidFill>
                <a:latin typeface="Times New Roman" panose="02020603050405020304" pitchFamily="18" charset="0"/>
                <a:cs typeface="Times New Roman" panose="02020603050405020304" pitchFamily="18" charset="0"/>
              </a:rPr>
              <a:t>n4</a:t>
            </a:r>
            <a:endParaRPr kumimoji="1" lang="zh-CN" altLang="en-US" sz="2000" dirty="0">
              <a:solidFill>
                <a:schemeClr val="tx1"/>
              </a:solidFill>
              <a:latin typeface="Times New Roman" panose="02020603050405020304" pitchFamily="18" charset="0"/>
              <a:cs typeface="Times New Roman" panose="02020603050405020304" pitchFamily="18" charset="0"/>
            </a:endParaRPr>
          </a:p>
        </p:txBody>
      </p:sp>
      <p:sp>
        <p:nvSpPr>
          <p:cNvPr id="30" name="矩形 29">
            <a:extLst>
              <a:ext uri="{FF2B5EF4-FFF2-40B4-BE49-F238E27FC236}">
                <a16:creationId xmlns:a16="http://schemas.microsoft.com/office/drawing/2014/main" id="{758A3053-F04E-8642-9A46-F4C2058C01FE}"/>
              </a:ext>
            </a:extLst>
          </p:cNvPr>
          <p:cNvSpPr/>
          <p:nvPr/>
        </p:nvSpPr>
        <p:spPr>
          <a:xfrm>
            <a:off x="6257773" y="4815589"/>
            <a:ext cx="646043" cy="536713"/>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cxnSp>
        <p:nvCxnSpPr>
          <p:cNvPr id="31" name="直线箭头连接符 30">
            <a:extLst>
              <a:ext uri="{FF2B5EF4-FFF2-40B4-BE49-F238E27FC236}">
                <a16:creationId xmlns:a16="http://schemas.microsoft.com/office/drawing/2014/main" id="{BB553C7B-0A4F-AE40-91EE-7BB38A1EF4EA}"/>
              </a:ext>
            </a:extLst>
          </p:cNvPr>
          <p:cNvCxnSpPr/>
          <p:nvPr/>
        </p:nvCxnSpPr>
        <p:spPr>
          <a:xfrm>
            <a:off x="6576227" y="5068957"/>
            <a:ext cx="74543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2" name="矩形 31">
            <a:extLst>
              <a:ext uri="{FF2B5EF4-FFF2-40B4-BE49-F238E27FC236}">
                <a16:creationId xmlns:a16="http://schemas.microsoft.com/office/drawing/2014/main" id="{F2F9B633-BB39-EE45-9B19-36B2F1442A54}"/>
              </a:ext>
            </a:extLst>
          </p:cNvPr>
          <p:cNvSpPr/>
          <p:nvPr/>
        </p:nvSpPr>
        <p:spPr>
          <a:xfrm>
            <a:off x="7321260" y="4815589"/>
            <a:ext cx="646043" cy="5367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val</a:t>
            </a:r>
            <a:r>
              <a:rPr kumimoji="1" lang="en-US" altLang="zh-CN" baseline="-25000" dirty="0">
                <a:solidFill>
                  <a:schemeClr val="tx1"/>
                </a:solidFill>
                <a:latin typeface="Times New Roman" panose="02020603050405020304" pitchFamily="18" charset="0"/>
                <a:cs typeface="Times New Roman" panose="02020603050405020304" pitchFamily="18" charset="0"/>
              </a:rPr>
              <a:t>n5</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3" name="矩形 32">
            <a:extLst>
              <a:ext uri="{FF2B5EF4-FFF2-40B4-BE49-F238E27FC236}">
                <a16:creationId xmlns:a16="http://schemas.microsoft.com/office/drawing/2014/main" id="{543B17E0-6793-5E45-A325-11A4B3CCF7F7}"/>
              </a:ext>
            </a:extLst>
          </p:cNvPr>
          <p:cNvSpPr/>
          <p:nvPr/>
        </p:nvSpPr>
        <p:spPr>
          <a:xfrm>
            <a:off x="7967303" y="4815589"/>
            <a:ext cx="646043" cy="536713"/>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cxnSp>
        <p:nvCxnSpPr>
          <p:cNvPr id="34" name="直线箭头连接符 33">
            <a:extLst>
              <a:ext uri="{FF2B5EF4-FFF2-40B4-BE49-F238E27FC236}">
                <a16:creationId xmlns:a16="http://schemas.microsoft.com/office/drawing/2014/main" id="{0182DA16-172C-2846-B56D-86D4341FB492}"/>
              </a:ext>
            </a:extLst>
          </p:cNvPr>
          <p:cNvCxnSpPr/>
          <p:nvPr/>
        </p:nvCxnSpPr>
        <p:spPr>
          <a:xfrm>
            <a:off x="8285757" y="5068957"/>
            <a:ext cx="74543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5" name="矩形 34">
            <a:extLst>
              <a:ext uri="{FF2B5EF4-FFF2-40B4-BE49-F238E27FC236}">
                <a16:creationId xmlns:a16="http://schemas.microsoft.com/office/drawing/2014/main" id="{791C1801-18CA-204D-8B7F-CFF774968E77}"/>
              </a:ext>
            </a:extLst>
          </p:cNvPr>
          <p:cNvSpPr/>
          <p:nvPr/>
        </p:nvSpPr>
        <p:spPr>
          <a:xfrm>
            <a:off x="9031592" y="4815589"/>
            <a:ext cx="646043" cy="5367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val</a:t>
            </a:r>
            <a:r>
              <a:rPr kumimoji="1" lang="en-US" altLang="zh-CN" baseline="-25000" dirty="0">
                <a:solidFill>
                  <a:schemeClr val="tx1"/>
                </a:solidFill>
                <a:latin typeface="Times New Roman" panose="02020603050405020304" pitchFamily="18" charset="0"/>
                <a:cs typeface="Times New Roman" panose="02020603050405020304" pitchFamily="18" charset="0"/>
              </a:rPr>
              <a:t>n6</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6" name="矩形 35">
            <a:extLst>
              <a:ext uri="{FF2B5EF4-FFF2-40B4-BE49-F238E27FC236}">
                <a16:creationId xmlns:a16="http://schemas.microsoft.com/office/drawing/2014/main" id="{82DE2052-3605-224A-A19C-082DA1623883}"/>
              </a:ext>
            </a:extLst>
          </p:cNvPr>
          <p:cNvSpPr/>
          <p:nvPr/>
        </p:nvSpPr>
        <p:spPr>
          <a:xfrm>
            <a:off x="9677635" y="4815589"/>
            <a:ext cx="646043" cy="536713"/>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null</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pic>
        <p:nvPicPr>
          <p:cNvPr id="39" name="图片 38">
            <a:extLst>
              <a:ext uri="{FF2B5EF4-FFF2-40B4-BE49-F238E27FC236}">
                <a16:creationId xmlns:a16="http://schemas.microsoft.com/office/drawing/2014/main" id="{00BB9400-7652-9145-83FA-7699DAF9AA5F}"/>
              </a:ext>
            </a:extLst>
          </p:cNvPr>
          <p:cNvPicPr>
            <a:picLocks noChangeAspect="1"/>
          </p:cNvPicPr>
          <p:nvPr/>
        </p:nvPicPr>
        <p:blipFill>
          <a:blip r:embed="rId3"/>
          <a:stretch>
            <a:fillRect/>
          </a:stretch>
        </p:blipFill>
        <p:spPr>
          <a:xfrm>
            <a:off x="496555" y="846263"/>
            <a:ext cx="8006287" cy="2909578"/>
          </a:xfrm>
          <a:prstGeom prst="rect">
            <a:avLst/>
          </a:prstGeom>
        </p:spPr>
      </p:pic>
    </p:spTree>
    <p:extLst>
      <p:ext uri="{BB962C8B-B14F-4D97-AF65-F5344CB8AC3E}">
        <p14:creationId xmlns:p14="http://schemas.microsoft.com/office/powerpoint/2010/main" val="67211409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F173A64-F0BF-9E48-B8B5-AE85281B5D47}"/>
              </a:ext>
            </a:extLst>
          </p:cNvPr>
          <p:cNvGrpSpPr/>
          <p:nvPr/>
        </p:nvGrpSpPr>
        <p:grpSpPr>
          <a:xfrm>
            <a:off x="0" y="6396331"/>
            <a:ext cx="12192000" cy="461669"/>
            <a:chOff x="0" y="6396331"/>
            <a:chExt cx="12368695" cy="461669"/>
          </a:xfrm>
        </p:grpSpPr>
        <p:sp>
          <p:nvSpPr>
            <p:cNvPr id="6" name="文本框 5">
              <a:extLst>
                <a:ext uri="{FF2B5EF4-FFF2-40B4-BE49-F238E27FC236}">
                  <a16:creationId xmlns:a16="http://schemas.microsoft.com/office/drawing/2014/main" id="{059847F9-B592-5D49-AB60-1A274F969111}"/>
                </a:ext>
              </a:extLst>
            </p:cNvPr>
            <p:cNvSpPr txBox="1">
              <a:spLocks/>
            </p:cNvSpPr>
            <p:nvPr/>
          </p:nvSpPr>
          <p:spPr>
            <a:xfrm>
              <a:off x="0"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Lab</a:t>
              </a:r>
              <a:r>
                <a:rPr kumimoji="1" lang="zh-CN" altLang="en-US" sz="2400" b="1" dirty="0">
                  <a:solidFill>
                    <a:schemeClr val="bg1"/>
                  </a:solidFill>
                  <a:latin typeface="Times New Roman" panose="02020603050405020304" pitchFamily="18" charset="0"/>
                  <a:cs typeface="Times New Roman" panose="02020603050405020304" pitchFamily="18" charset="0"/>
                </a:rPr>
                <a:t>简介</a:t>
              </a:r>
            </a:p>
          </p:txBody>
        </p:sp>
        <p:sp>
          <p:nvSpPr>
            <p:cNvPr id="7" name="文本框 6">
              <a:extLst>
                <a:ext uri="{FF2B5EF4-FFF2-40B4-BE49-F238E27FC236}">
                  <a16:creationId xmlns:a16="http://schemas.microsoft.com/office/drawing/2014/main" id="{9F5428F3-258A-FD4E-BC31-5711BA0F6A07}"/>
                </a:ext>
              </a:extLst>
            </p:cNvPr>
            <p:cNvSpPr txBox="1">
              <a:spLocks noChangeAspect="1"/>
            </p:cNvSpPr>
            <p:nvPr/>
          </p:nvSpPr>
          <p:spPr>
            <a:xfrm>
              <a:off x="1766957"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phase_1</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E9434EF-CAFF-724D-897B-00C9BA3023BB}"/>
                </a:ext>
              </a:extLst>
            </p:cNvPr>
            <p:cNvSpPr txBox="1">
              <a:spLocks noChangeAspect="1"/>
            </p:cNvSpPr>
            <p:nvPr/>
          </p:nvSpPr>
          <p:spPr>
            <a:xfrm>
              <a:off x="3533913" y="6396334"/>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phase_2</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74A2235-5592-FC4B-8A95-3567A2A54C8A}"/>
                </a:ext>
              </a:extLst>
            </p:cNvPr>
            <p:cNvSpPr txBox="1">
              <a:spLocks noChangeAspect="1"/>
            </p:cNvSpPr>
            <p:nvPr/>
          </p:nvSpPr>
          <p:spPr>
            <a:xfrm>
              <a:off x="5300870" y="6396335"/>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phase_3</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5602C68-42D5-4C40-B5D0-F317008F2283}"/>
                </a:ext>
              </a:extLst>
            </p:cNvPr>
            <p:cNvSpPr txBox="1">
              <a:spLocks noChangeAspect="1"/>
            </p:cNvSpPr>
            <p:nvPr/>
          </p:nvSpPr>
          <p:spPr>
            <a:xfrm>
              <a:off x="7067826" y="6396333"/>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phase_4</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668EB9E2-66F3-024A-9CD4-1B368099DA8B}"/>
                </a:ext>
              </a:extLst>
            </p:cNvPr>
            <p:cNvSpPr txBox="1">
              <a:spLocks noChangeAspect="1"/>
            </p:cNvSpPr>
            <p:nvPr/>
          </p:nvSpPr>
          <p:spPr>
            <a:xfrm>
              <a:off x="8834783" y="6396331"/>
              <a:ext cx="1766957" cy="461665"/>
            </a:xfrm>
            <a:prstGeom prst="rect">
              <a:avLst/>
            </a:prstGeom>
            <a:solidFill>
              <a:schemeClr val="accent1">
                <a:lumMod val="60000"/>
                <a:lumOff val="40000"/>
              </a:schemeClr>
            </a:solidFill>
            <a:ln w="66675">
              <a:noFill/>
            </a:ln>
          </p:spPr>
          <p:txBody>
            <a:bodyPr wrap="square" rtlCol="0">
              <a:spAutoFit/>
            </a:bodyPr>
            <a:lstStyle/>
            <a:p>
              <a:pPr algn="ctr"/>
              <a:r>
                <a:rPr kumimoji="1" lang="en-US" altLang="zh-CN" sz="2400" b="1" dirty="0">
                  <a:solidFill>
                    <a:schemeClr val="bg1"/>
                  </a:solidFill>
                  <a:latin typeface="Times New Roman" panose="02020603050405020304" pitchFamily="18" charset="0"/>
                  <a:cs typeface="Times New Roman" panose="02020603050405020304" pitchFamily="18" charset="0"/>
                </a:rPr>
                <a:t>phase_5</a:t>
              </a:r>
              <a:endParaRPr kumimoji="1" lang="zh-CN" altLang="en-US" sz="24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953E0D29-C864-DD4F-8A6A-CD9AB8767667}"/>
                </a:ext>
              </a:extLst>
            </p:cNvPr>
            <p:cNvSpPr txBox="1">
              <a:spLocks noChangeAspect="1"/>
            </p:cNvSpPr>
            <p:nvPr/>
          </p:nvSpPr>
          <p:spPr>
            <a:xfrm>
              <a:off x="10601738" y="6396335"/>
              <a:ext cx="1766957" cy="461665"/>
            </a:xfrm>
            <a:prstGeom prst="rect">
              <a:avLst/>
            </a:prstGeom>
            <a:solidFill>
              <a:schemeClr val="accent1">
                <a:lumMod val="40000"/>
                <a:lumOff val="60000"/>
              </a:schemeClr>
            </a:solidFill>
          </p:spPr>
          <p:txBody>
            <a:bodyPr wrap="square" rtlCol="0">
              <a:spAutoFit/>
            </a:bodyPr>
            <a:lstStyle/>
            <a:p>
              <a:pPr algn="ctr"/>
              <a:r>
                <a:rPr kumimoji="1" lang="en-US" altLang="zh-CN" sz="2400" b="1" dirty="0">
                  <a:latin typeface="Times New Roman" panose="02020603050405020304" pitchFamily="18" charset="0"/>
                  <a:cs typeface="Times New Roman" panose="02020603050405020304" pitchFamily="18" charset="0"/>
                </a:rPr>
                <a:t>phase_6</a:t>
              </a:r>
              <a:endParaRPr kumimoji="1" lang="zh-CN" altLang="en-US" sz="2400" b="1" dirty="0">
                <a:latin typeface="Times New Roman" panose="02020603050405020304" pitchFamily="18" charset="0"/>
                <a:cs typeface="Times New Roman" panose="02020603050405020304" pitchFamily="18" charset="0"/>
              </a:endParaRPr>
            </a:p>
          </p:txBody>
        </p:sp>
      </p:grpSp>
      <p:sp>
        <p:nvSpPr>
          <p:cNvPr id="13" name="灯片编号占位符 12">
            <a:extLst>
              <a:ext uri="{FF2B5EF4-FFF2-40B4-BE49-F238E27FC236}">
                <a16:creationId xmlns:a16="http://schemas.microsoft.com/office/drawing/2014/main" id="{A4B4BCEC-7FD0-C34D-9CB6-FA1C269BFC35}"/>
              </a:ext>
            </a:extLst>
          </p:cNvPr>
          <p:cNvSpPr>
            <a:spLocks noGrp="1"/>
          </p:cNvSpPr>
          <p:nvPr>
            <p:ph type="sldNum" sz="quarter" idx="12"/>
          </p:nvPr>
        </p:nvSpPr>
        <p:spPr>
          <a:xfrm>
            <a:off x="9448800" y="6031202"/>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52</a:t>
            </a:fld>
            <a:endParaRPr kumimoji="1" lang="zh-CN" altLang="en-US" dirty="0">
              <a:latin typeface="Times New Roman" panose="02020603050405020304" pitchFamily="18" charset="0"/>
              <a:cs typeface="Times New Roman" panose="02020603050405020304" pitchFamily="18" charset="0"/>
            </a:endParaRPr>
          </a:p>
        </p:txBody>
      </p:sp>
      <p:sp>
        <p:nvSpPr>
          <p:cNvPr id="3" name="矩形 2">
            <a:extLst>
              <a:ext uri="{FF2B5EF4-FFF2-40B4-BE49-F238E27FC236}">
                <a16:creationId xmlns:a16="http://schemas.microsoft.com/office/drawing/2014/main" id="{C19D1ECD-0AC6-D741-A6EB-C3CCF1139335}"/>
              </a:ext>
            </a:extLst>
          </p:cNvPr>
          <p:cNvSpPr/>
          <p:nvPr/>
        </p:nvSpPr>
        <p:spPr>
          <a:xfrm>
            <a:off x="496555" y="4815589"/>
            <a:ext cx="646043" cy="5367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val</a:t>
            </a:r>
            <a:r>
              <a:rPr kumimoji="1" lang="en-US" altLang="zh-CN" baseline="-25000" dirty="0">
                <a:solidFill>
                  <a:schemeClr val="tx1"/>
                </a:solidFill>
                <a:latin typeface="Times New Roman" panose="02020603050405020304" pitchFamily="18" charset="0"/>
                <a:cs typeface="Times New Roman" panose="02020603050405020304" pitchFamily="18" charset="0"/>
              </a:rPr>
              <a:t>n1</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18" name="矩形 17">
            <a:extLst>
              <a:ext uri="{FF2B5EF4-FFF2-40B4-BE49-F238E27FC236}">
                <a16:creationId xmlns:a16="http://schemas.microsoft.com/office/drawing/2014/main" id="{7EEFE148-C0E3-9C4F-A691-ECA5A13E4C46}"/>
              </a:ext>
            </a:extLst>
          </p:cNvPr>
          <p:cNvSpPr/>
          <p:nvPr/>
        </p:nvSpPr>
        <p:spPr>
          <a:xfrm>
            <a:off x="1142598" y="4815589"/>
            <a:ext cx="646043" cy="536713"/>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cxnSp>
        <p:nvCxnSpPr>
          <p:cNvPr id="19" name="直线箭头连接符 18">
            <a:extLst>
              <a:ext uri="{FF2B5EF4-FFF2-40B4-BE49-F238E27FC236}">
                <a16:creationId xmlns:a16="http://schemas.microsoft.com/office/drawing/2014/main" id="{9C56023D-1FA7-7546-BAF4-683B9E20A145}"/>
              </a:ext>
            </a:extLst>
          </p:cNvPr>
          <p:cNvCxnSpPr/>
          <p:nvPr/>
        </p:nvCxnSpPr>
        <p:spPr>
          <a:xfrm>
            <a:off x="1461052" y="5068957"/>
            <a:ext cx="74543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3" name="矩形 22">
            <a:extLst>
              <a:ext uri="{FF2B5EF4-FFF2-40B4-BE49-F238E27FC236}">
                <a16:creationId xmlns:a16="http://schemas.microsoft.com/office/drawing/2014/main" id="{D98F1066-8F86-1A4F-962F-CB09137C1668}"/>
              </a:ext>
            </a:extLst>
          </p:cNvPr>
          <p:cNvSpPr/>
          <p:nvPr/>
        </p:nvSpPr>
        <p:spPr>
          <a:xfrm>
            <a:off x="2191343" y="4815589"/>
            <a:ext cx="646043" cy="5367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val</a:t>
            </a:r>
            <a:r>
              <a:rPr kumimoji="1" lang="en-US" altLang="zh-CN" baseline="-25000" dirty="0">
                <a:solidFill>
                  <a:schemeClr val="tx1"/>
                </a:solidFill>
                <a:latin typeface="Times New Roman" panose="02020603050405020304" pitchFamily="18" charset="0"/>
                <a:cs typeface="Times New Roman" panose="02020603050405020304" pitchFamily="18" charset="0"/>
              </a:rPr>
              <a:t>n2</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4" name="矩形 23">
            <a:extLst>
              <a:ext uri="{FF2B5EF4-FFF2-40B4-BE49-F238E27FC236}">
                <a16:creationId xmlns:a16="http://schemas.microsoft.com/office/drawing/2014/main" id="{1BECC915-0A44-CC45-B352-4B9B47768A4A}"/>
              </a:ext>
            </a:extLst>
          </p:cNvPr>
          <p:cNvSpPr/>
          <p:nvPr/>
        </p:nvSpPr>
        <p:spPr>
          <a:xfrm>
            <a:off x="2837386" y="4815589"/>
            <a:ext cx="646043" cy="536713"/>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cxnSp>
        <p:nvCxnSpPr>
          <p:cNvPr id="25" name="直线箭头连接符 24">
            <a:extLst>
              <a:ext uri="{FF2B5EF4-FFF2-40B4-BE49-F238E27FC236}">
                <a16:creationId xmlns:a16="http://schemas.microsoft.com/office/drawing/2014/main" id="{C06E91E1-6B34-374D-8ACC-7BB368F8001E}"/>
              </a:ext>
            </a:extLst>
          </p:cNvPr>
          <p:cNvCxnSpPr/>
          <p:nvPr/>
        </p:nvCxnSpPr>
        <p:spPr>
          <a:xfrm>
            <a:off x="3155840" y="5068957"/>
            <a:ext cx="74543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6" name="矩形 25">
            <a:extLst>
              <a:ext uri="{FF2B5EF4-FFF2-40B4-BE49-F238E27FC236}">
                <a16:creationId xmlns:a16="http://schemas.microsoft.com/office/drawing/2014/main" id="{15E2261A-1BBE-4448-B8A0-9EE2A5A98F1B}"/>
              </a:ext>
            </a:extLst>
          </p:cNvPr>
          <p:cNvSpPr/>
          <p:nvPr/>
        </p:nvSpPr>
        <p:spPr>
          <a:xfrm>
            <a:off x="3901275" y="4815589"/>
            <a:ext cx="646043" cy="5367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val</a:t>
            </a:r>
            <a:r>
              <a:rPr kumimoji="1" lang="en-US" altLang="zh-CN" baseline="-25000" dirty="0">
                <a:solidFill>
                  <a:schemeClr val="tx1"/>
                </a:solidFill>
                <a:latin typeface="Times New Roman" panose="02020603050405020304" pitchFamily="18" charset="0"/>
                <a:cs typeface="Times New Roman" panose="02020603050405020304" pitchFamily="18" charset="0"/>
              </a:rPr>
              <a:t>n3</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7" name="矩形 26">
            <a:extLst>
              <a:ext uri="{FF2B5EF4-FFF2-40B4-BE49-F238E27FC236}">
                <a16:creationId xmlns:a16="http://schemas.microsoft.com/office/drawing/2014/main" id="{14F58DC1-C434-E544-9044-91B2A91D097C}"/>
              </a:ext>
            </a:extLst>
          </p:cNvPr>
          <p:cNvSpPr/>
          <p:nvPr/>
        </p:nvSpPr>
        <p:spPr>
          <a:xfrm>
            <a:off x="4547318" y="4815589"/>
            <a:ext cx="646043" cy="536713"/>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cxnSp>
        <p:nvCxnSpPr>
          <p:cNvPr id="28" name="直线箭头连接符 27">
            <a:extLst>
              <a:ext uri="{FF2B5EF4-FFF2-40B4-BE49-F238E27FC236}">
                <a16:creationId xmlns:a16="http://schemas.microsoft.com/office/drawing/2014/main" id="{B4BFBA18-D945-244B-9C7C-20084420B3B4}"/>
              </a:ext>
            </a:extLst>
          </p:cNvPr>
          <p:cNvCxnSpPr/>
          <p:nvPr/>
        </p:nvCxnSpPr>
        <p:spPr>
          <a:xfrm>
            <a:off x="4865772" y="5068957"/>
            <a:ext cx="74543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9" name="矩形 28">
            <a:extLst>
              <a:ext uri="{FF2B5EF4-FFF2-40B4-BE49-F238E27FC236}">
                <a16:creationId xmlns:a16="http://schemas.microsoft.com/office/drawing/2014/main" id="{C81645F0-CFA6-104B-98A9-1FB2206C5F32}"/>
              </a:ext>
            </a:extLst>
          </p:cNvPr>
          <p:cNvSpPr/>
          <p:nvPr/>
        </p:nvSpPr>
        <p:spPr>
          <a:xfrm>
            <a:off x="5611730" y="4815589"/>
            <a:ext cx="646043" cy="5367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val</a:t>
            </a:r>
            <a:r>
              <a:rPr kumimoji="1" lang="en-US" altLang="zh-CN" baseline="-25000" dirty="0">
                <a:solidFill>
                  <a:schemeClr val="tx1"/>
                </a:solidFill>
                <a:latin typeface="Times New Roman" panose="02020603050405020304" pitchFamily="18" charset="0"/>
                <a:cs typeface="Times New Roman" panose="02020603050405020304" pitchFamily="18" charset="0"/>
              </a:rPr>
              <a:t>n4</a:t>
            </a:r>
            <a:endParaRPr kumimoji="1" lang="zh-CN" altLang="en-US" sz="2000" dirty="0">
              <a:solidFill>
                <a:schemeClr val="tx1"/>
              </a:solidFill>
              <a:latin typeface="Times New Roman" panose="02020603050405020304" pitchFamily="18" charset="0"/>
              <a:cs typeface="Times New Roman" panose="02020603050405020304" pitchFamily="18" charset="0"/>
            </a:endParaRPr>
          </a:p>
        </p:txBody>
      </p:sp>
      <p:sp>
        <p:nvSpPr>
          <p:cNvPr id="30" name="矩形 29">
            <a:extLst>
              <a:ext uri="{FF2B5EF4-FFF2-40B4-BE49-F238E27FC236}">
                <a16:creationId xmlns:a16="http://schemas.microsoft.com/office/drawing/2014/main" id="{758A3053-F04E-8642-9A46-F4C2058C01FE}"/>
              </a:ext>
            </a:extLst>
          </p:cNvPr>
          <p:cNvSpPr/>
          <p:nvPr/>
        </p:nvSpPr>
        <p:spPr>
          <a:xfrm>
            <a:off x="6257773" y="4815589"/>
            <a:ext cx="646043" cy="536713"/>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cxnSp>
        <p:nvCxnSpPr>
          <p:cNvPr id="31" name="直线箭头连接符 30">
            <a:extLst>
              <a:ext uri="{FF2B5EF4-FFF2-40B4-BE49-F238E27FC236}">
                <a16:creationId xmlns:a16="http://schemas.microsoft.com/office/drawing/2014/main" id="{BB553C7B-0A4F-AE40-91EE-7BB38A1EF4EA}"/>
              </a:ext>
            </a:extLst>
          </p:cNvPr>
          <p:cNvCxnSpPr/>
          <p:nvPr/>
        </p:nvCxnSpPr>
        <p:spPr>
          <a:xfrm>
            <a:off x="6576227" y="5068957"/>
            <a:ext cx="74543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2" name="矩形 31">
            <a:extLst>
              <a:ext uri="{FF2B5EF4-FFF2-40B4-BE49-F238E27FC236}">
                <a16:creationId xmlns:a16="http://schemas.microsoft.com/office/drawing/2014/main" id="{F2F9B633-BB39-EE45-9B19-36B2F1442A54}"/>
              </a:ext>
            </a:extLst>
          </p:cNvPr>
          <p:cNvSpPr/>
          <p:nvPr/>
        </p:nvSpPr>
        <p:spPr>
          <a:xfrm>
            <a:off x="7321260" y="4815589"/>
            <a:ext cx="646043" cy="5367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val</a:t>
            </a:r>
            <a:r>
              <a:rPr kumimoji="1" lang="en-US" altLang="zh-CN" baseline="-25000" dirty="0">
                <a:solidFill>
                  <a:schemeClr val="tx1"/>
                </a:solidFill>
                <a:latin typeface="Times New Roman" panose="02020603050405020304" pitchFamily="18" charset="0"/>
                <a:cs typeface="Times New Roman" panose="02020603050405020304" pitchFamily="18" charset="0"/>
              </a:rPr>
              <a:t>n5</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3" name="矩形 32">
            <a:extLst>
              <a:ext uri="{FF2B5EF4-FFF2-40B4-BE49-F238E27FC236}">
                <a16:creationId xmlns:a16="http://schemas.microsoft.com/office/drawing/2014/main" id="{543B17E0-6793-5E45-A325-11A4B3CCF7F7}"/>
              </a:ext>
            </a:extLst>
          </p:cNvPr>
          <p:cNvSpPr/>
          <p:nvPr/>
        </p:nvSpPr>
        <p:spPr>
          <a:xfrm>
            <a:off x="7967303" y="4815589"/>
            <a:ext cx="646043" cy="536713"/>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cxnSp>
        <p:nvCxnSpPr>
          <p:cNvPr id="34" name="直线箭头连接符 33">
            <a:extLst>
              <a:ext uri="{FF2B5EF4-FFF2-40B4-BE49-F238E27FC236}">
                <a16:creationId xmlns:a16="http://schemas.microsoft.com/office/drawing/2014/main" id="{0182DA16-172C-2846-B56D-86D4341FB492}"/>
              </a:ext>
            </a:extLst>
          </p:cNvPr>
          <p:cNvCxnSpPr/>
          <p:nvPr/>
        </p:nvCxnSpPr>
        <p:spPr>
          <a:xfrm>
            <a:off x="8285757" y="5068957"/>
            <a:ext cx="74543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5" name="矩形 34">
            <a:extLst>
              <a:ext uri="{FF2B5EF4-FFF2-40B4-BE49-F238E27FC236}">
                <a16:creationId xmlns:a16="http://schemas.microsoft.com/office/drawing/2014/main" id="{791C1801-18CA-204D-8B7F-CFF774968E77}"/>
              </a:ext>
            </a:extLst>
          </p:cNvPr>
          <p:cNvSpPr/>
          <p:nvPr/>
        </p:nvSpPr>
        <p:spPr>
          <a:xfrm>
            <a:off x="9031592" y="4815589"/>
            <a:ext cx="646043" cy="5367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val</a:t>
            </a:r>
            <a:r>
              <a:rPr kumimoji="1" lang="en-US" altLang="zh-CN" baseline="-25000" dirty="0">
                <a:solidFill>
                  <a:schemeClr val="tx1"/>
                </a:solidFill>
                <a:latin typeface="Times New Roman" panose="02020603050405020304" pitchFamily="18" charset="0"/>
                <a:cs typeface="Times New Roman" panose="02020603050405020304" pitchFamily="18" charset="0"/>
              </a:rPr>
              <a:t>n6</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36" name="矩形 35">
            <a:extLst>
              <a:ext uri="{FF2B5EF4-FFF2-40B4-BE49-F238E27FC236}">
                <a16:creationId xmlns:a16="http://schemas.microsoft.com/office/drawing/2014/main" id="{82DE2052-3605-224A-A19C-082DA1623883}"/>
              </a:ext>
            </a:extLst>
          </p:cNvPr>
          <p:cNvSpPr/>
          <p:nvPr/>
        </p:nvSpPr>
        <p:spPr>
          <a:xfrm>
            <a:off x="9677635" y="4815589"/>
            <a:ext cx="646043" cy="536713"/>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null</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pic>
        <p:nvPicPr>
          <p:cNvPr id="2" name="图片 1">
            <a:extLst>
              <a:ext uri="{FF2B5EF4-FFF2-40B4-BE49-F238E27FC236}">
                <a16:creationId xmlns:a16="http://schemas.microsoft.com/office/drawing/2014/main" id="{B24C4C66-BFBD-AC46-8171-E2C54BB23CB1}"/>
              </a:ext>
            </a:extLst>
          </p:cNvPr>
          <p:cNvPicPr>
            <a:picLocks noChangeAspect="1"/>
          </p:cNvPicPr>
          <p:nvPr/>
        </p:nvPicPr>
        <p:blipFill>
          <a:blip r:embed="rId2"/>
          <a:stretch>
            <a:fillRect/>
          </a:stretch>
        </p:blipFill>
        <p:spPr>
          <a:xfrm>
            <a:off x="496555" y="302648"/>
            <a:ext cx="6729193" cy="2251372"/>
          </a:xfrm>
          <a:prstGeom prst="rect">
            <a:avLst/>
          </a:prstGeom>
        </p:spPr>
      </p:pic>
      <p:pic>
        <p:nvPicPr>
          <p:cNvPr id="37" name="图片 36">
            <a:extLst>
              <a:ext uri="{FF2B5EF4-FFF2-40B4-BE49-F238E27FC236}">
                <a16:creationId xmlns:a16="http://schemas.microsoft.com/office/drawing/2014/main" id="{86BC0B7E-B760-8A41-9BAC-BFF1E197B5AD}"/>
              </a:ext>
            </a:extLst>
          </p:cNvPr>
          <p:cNvPicPr>
            <a:picLocks noChangeAspect="1"/>
          </p:cNvPicPr>
          <p:nvPr/>
        </p:nvPicPr>
        <p:blipFill>
          <a:blip r:embed="rId3"/>
          <a:stretch>
            <a:fillRect/>
          </a:stretch>
        </p:blipFill>
        <p:spPr>
          <a:xfrm>
            <a:off x="496555" y="2733262"/>
            <a:ext cx="6883400" cy="1828800"/>
          </a:xfrm>
          <a:prstGeom prst="rect">
            <a:avLst/>
          </a:prstGeom>
        </p:spPr>
      </p:pic>
      <p:sp>
        <p:nvSpPr>
          <p:cNvPr id="14" name="文本框 13">
            <a:extLst>
              <a:ext uri="{FF2B5EF4-FFF2-40B4-BE49-F238E27FC236}">
                <a16:creationId xmlns:a16="http://schemas.microsoft.com/office/drawing/2014/main" id="{2310732F-E00A-6345-B9EB-802087BCA1F8}"/>
              </a:ext>
            </a:extLst>
          </p:cNvPr>
          <p:cNvSpPr txBox="1"/>
          <p:nvPr/>
        </p:nvSpPr>
        <p:spPr>
          <a:xfrm>
            <a:off x="733671" y="5508451"/>
            <a:ext cx="748923"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node3</a:t>
            </a:r>
            <a:endParaRPr kumimoji="1" lang="zh-CN" altLang="en-US" dirty="0">
              <a:latin typeface="Times New Roman" panose="02020603050405020304" pitchFamily="18" charset="0"/>
              <a:cs typeface="Times New Roman" panose="02020603050405020304" pitchFamily="18" charset="0"/>
            </a:endParaRPr>
          </a:p>
        </p:txBody>
      </p:sp>
      <p:sp>
        <p:nvSpPr>
          <p:cNvPr id="38" name="文本框 37">
            <a:extLst>
              <a:ext uri="{FF2B5EF4-FFF2-40B4-BE49-F238E27FC236}">
                <a16:creationId xmlns:a16="http://schemas.microsoft.com/office/drawing/2014/main" id="{25E6EC99-103C-9D44-AA74-0079FD16D5FC}"/>
              </a:ext>
            </a:extLst>
          </p:cNvPr>
          <p:cNvSpPr txBox="1"/>
          <p:nvPr/>
        </p:nvSpPr>
        <p:spPr>
          <a:xfrm>
            <a:off x="2428459" y="5504986"/>
            <a:ext cx="748923"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node4</a:t>
            </a:r>
            <a:endParaRPr kumimoji="1" lang="zh-CN" altLang="en-US" dirty="0">
              <a:latin typeface="Times New Roman" panose="02020603050405020304" pitchFamily="18" charset="0"/>
              <a:cs typeface="Times New Roman" panose="02020603050405020304" pitchFamily="18" charset="0"/>
            </a:endParaRPr>
          </a:p>
        </p:txBody>
      </p:sp>
      <p:sp>
        <p:nvSpPr>
          <p:cNvPr id="40" name="文本框 39">
            <a:extLst>
              <a:ext uri="{FF2B5EF4-FFF2-40B4-BE49-F238E27FC236}">
                <a16:creationId xmlns:a16="http://schemas.microsoft.com/office/drawing/2014/main" id="{2439669A-FA4A-454E-8611-3126D43764D6}"/>
              </a:ext>
            </a:extLst>
          </p:cNvPr>
          <p:cNvSpPr txBox="1"/>
          <p:nvPr/>
        </p:nvSpPr>
        <p:spPr>
          <a:xfrm>
            <a:off x="4138391" y="5512112"/>
            <a:ext cx="748923"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node5</a:t>
            </a:r>
            <a:endParaRPr kumimoji="1" lang="zh-CN" altLang="en-US" dirty="0">
              <a:latin typeface="Times New Roman" panose="02020603050405020304" pitchFamily="18" charset="0"/>
              <a:cs typeface="Times New Roman" panose="02020603050405020304" pitchFamily="18" charset="0"/>
            </a:endParaRPr>
          </a:p>
        </p:txBody>
      </p:sp>
      <p:sp>
        <p:nvSpPr>
          <p:cNvPr id="41" name="文本框 40">
            <a:extLst>
              <a:ext uri="{FF2B5EF4-FFF2-40B4-BE49-F238E27FC236}">
                <a16:creationId xmlns:a16="http://schemas.microsoft.com/office/drawing/2014/main" id="{2E3448DF-B9CE-B14C-B8D2-8F613A1502E9}"/>
              </a:ext>
            </a:extLst>
          </p:cNvPr>
          <p:cNvSpPr txBox="1"/>
          <p:nvPr/>
        </p:nvSpPr>
        <p:spPr>
          <a:xfrm>
            <a:off x="5848323" y="5514213"/>
            <a:ext cx="748923"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node6</a:t>
            </a:r>
            <a:endParaRPr kumimoji="1" lang="zh-CN" altLang="en-US" dirty="0">
              <a:latin typeface="Times New Roman" panose="02020603050405020304" pitchFamily="18" charset="0"/>
              <a:cs typeface="Times New Roman" panose="02020603050405020304" pitchFamily="18" charset="0"/>
            </a:endParaRPr>
          </a:p>
        </p:txBody>
      </p:sp>
      <p:sp>
        <p:nvSpPr>
          <p:cNvPr id="42" name="文本框 41">
            <a:extLst>
              <a:ext uri="{FF2B5EF4-FFF2-40B4-BE49-F238E27FC236}">
                <a16:creationId xmlns:a16="http://schemas.microsoft.com/office/drawing/2014/main" id="{FB81AD28-FA72-3C44-AA30-DA826020129E}"/>
              </a:ext>
            </a:extLst>
          </p:cNvPr>
          <p:cNvSpPr txBox="1"/>
          <p:nvPr/>
        </p:nvSpPr>
        <p:spPr>
          <a:xfrm>
            <a:off x="7560009" y="5513768"/>
            <a:ext cx="748923"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node2</a:t>
            </a:r>
            <a:endParaRPr kumimoji="1" lang="zh-CN" altLang="en-US" dirty="0">
              <a:latin typeface="Times New Roman" panose="02020603050405020304" pitchFamily="18" charset="0"/>
              <a:cs typeface="Times New Roman" panose="02020603050405020304" pitchFamily="18" charset="0"/>
            </a:endParaRPr>
          </a:p>
        </p:txBody>
      </p:sp>
      <p:sp>
        <p:nvSpPr>
          <p:cNvPr id="43" name="文本框 42">
            <a:extLst>
              <a:ext uri="{FF2B5EF4-FFF2-40B4-BE49-F238E27FC236}">
                <a16:creationId xmlns:a16="http://schemas.microsoft.com/office/drawing/2014/main" id="{E7FC84AF-1433-EA4C-A816-11BC73BF927D}"/>
              </a:ext>
            </a:extLst>
          </p:cNvPr>
          <p:cNvSpPr txBox="1"/>
          <p:nvPr/>
        </p:nvSpPr>
        <p:spPr>
          <a:xfrm>
            <a:off x="9269941" y="5504984"/>
            <a:ext cx="748923"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node1</a:t>
            </a:r>
            <a:endParaRPr kumimoji="1" lang="zh-CN" altLang="en-US" dirty="0">
              <a:latin typeface="Times New Roman" panose="02020603050405020304" pitchFamily="18" charset="0"/>
              <a:cs typeface="Times New Roman" panose="02020603050405020304" pitchFamily="18" charset="0"/>
            </a:endParaRPr>
          </a:p>
        </p:txBody>
      </p:sp>
      <p:sp>
        <p:nvSpPr>
          <p:cNvPr id="20" name="矩形 19">
            <a:extLst>
              <a:ext uri="{FF2B5EF4-FFF2-40B4-BE49-F238E27FC236}">
                <a16:creationId xmlns:a16="http://schemas.microsoft.com/office/drawing/2014/main" id="{40CCADD7-25E9-754F-B94D-8B789085F828}"/>
              </a:ext>
            </a:extLst>
          </p:cNvPr>
          <p:cNvSpPr/>
          <p:nvPr/>
        </p:nvSpPr>
        <p:spPr>
          <a:xfrm>
            <a:off x="3588026" y="2733262"/>
            <a:ext cx="765313" cy="1828800"/>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21" name="文本框 20">
            <a:extLst>
              <a:ext uri="{FF2B5EF4-FFF2-40B4-BE49-F238E27FC236}">
                <a16:creationId xmlns:a16="http://schemas.microsoft.com/office/drawing/2014/main" id="{55F4932E-BAC6-E141-AD77-74446D145CEB}"/>
              </a:ext>
            </a:extLst>
          </p:cNvPr>
          <p:cNvSpPr txBox="1"/>
          <p:nvPr/>
        </p:nvSpPr>
        <p:spPr>
          <a:xfrm>
            <a:off x="8706678" y="3776870"/>
            <a:ext cx="1920719" cy="369332"/>
          </a:xfrm>
          <a:prstGeom prst="rect">
            <a:avLst/>
          </a:prstGeom>
          <a:noFill/>
        </p:spPr>
        <p:txBody>
          <a:bodyPr wrap="none" rtlCol="0">
            <a:spAutoFit/>
          </a:bodyPr>
          <a:lstStyle/>
          <a:p>
            <a:r>
              <a:rPr kumimoji="1" lang="zh-CN" altLang="en-US" dirty="0">
                <a:latin typeface="Times New Roman" panose="02020603050405020304" pitchFamily="18" charset="0"/>
                <a:cs typeface="Times New Roman" panose="02020603050405020304" pitchFamily="18" charset="0"/>
              </a:rPr>
              <a:t>答案：</a:t>
            </a:r>
            <a:r>
              <a:rPr kumimoji="1" lang="en-US" altLang="zh-CN" dirty="0">
                <a:latin typeface="Times New Roman" panose="02020603050405020304" pitchFamily="18" charset="0"/>
                <a:cs typeface="Times New Roman" panose="02020603050405020304" pitchFamily="18" charset="0"/>
              </a:rPr>
              <a:t>3</a:t>
            </a:r>
            <a:r>
              <a:rPr kumimoji="1" lang="zh-CN" altLang="en-US" dirty="0">
                <a:latin typeface="Times New Roman" panose="02020603050405020304" pitchFamily="18" charset="0"/>
                <a:cs typeface="Times New Roman" panose="02020603050405020304" pitchFamily="18" charset="0"/>
              </a:rPr>
              <a:t> </a:t>
            </a:r>
            <a:r>
              <a:rPr kumimoji="1" lang="en-US" altLang="zh-CN" dirty="0">
                <a:latin typeface="Times New Roman" panose="02020603050405020304" pitchFamily="18" charset="0"/>
                <a:cs typeface="Times New Roman" panose="02020603050405020304" pitchFamily="18" charset="0"/>
              </a:rPr>
              <a:t>4</a:t>
            </a:r>
            <a:r>
              <a:rPr kumimoji="1" lang="zh-CN" altLang="en-US" dirty="0">
                <a:latin typeface="Times New Roman" panose="02020603050405020304" pitchFamily="18" charset="0"/>
                <a:cs typeface="Times New Roman" panose="02020603050405020304" pitchFamily="18" charset="0"/>
              </a:rPr>
              <a:t> </a:t>
            </a:r>
            <a:r>
              <a:rPr kumimoji="1" lang="en-US" altLang="zh-CN" dirty="0">
                <a:latin typeface="Times New Roman" panose="02020603050405020304" pitchFamily="18" charset="0"/>
                <a:cs typeface="Times New Roman" panose="02020603050405020304" pitchFamily="18" charset="0"/>
              </a:rPr>
              <a:t>5</a:t>
            </a:r>
            <a:r>
              <a:rPr kumimoji="1" lang="zh-CN" altLang="en-US" dirty="0">
                <a:latin typeface="Times New Roman" panose="02020603050405020304" pitchFamily="18" charset="0"/>
                <a:cs typeface="Times New Roman" panose="02020603050405020304" pitchFamily="18" charset="0"/>
              </a:rPr>
              <a:t> </a:t>
            </a:r>
            <a:r>
              <a:rPr kumimoji="1" lang="en-US" altLang="zh-CN" dirty="0">
                <a:latin typeface="Times New Roman" panose="02020603050405020304" pitchFamily="18" charset="0"/>
                <a:cs typeface="Times New Roman" panose="02020603050405020304" pitchFamily="18" charset="0"/>
              </a:rPr>
              <a:t>6</a:t>
            </a:r>
            <a:r>
              <a:rPr kumimoji="1" lang="zh-CN" altLang="en-US" dirty="0">
                <a:latin typeface="Times New Roman" panose="02020603050405020304" pitchFamily="18" charset="0"/>
                <a:cs typeface="Times New Roman" panose="02020603050405020304" pitchFamily="18" charset="0"/>
              </a:rPr>
              <a:t> </a:t>
            </a:r>
            <a:r>
              <a:rPr kumimoji="1" lang="en-US" altLang="zh-CN" dirty="0">
                <a:latin typeface="Times New Roman" panose="02020603050405020304" pitchFamily="18" charset="0"/>
                <a:cs typeface="Times New Roman" panose="02020603050405020304" pitchFamily="18" charset="0"/>
              </a:rPr>
              <a:t>2</a:t>
            </a:r>
            <a:r>
              <a:rPr kumimoji="1" lang="zh-CN" altLang="en-US" dirty="0">
                <a:latin typeface="Times New Roman" panose="02020603050405020304" pitchFamily="18" charset="0"/>
                <a:cs typeface="Times New Roman" panose="02020603050405020304" pitchFamily="18" charset="0"/>
              </a:rPr>
              <a:t> </a:t>
            </a:r>
            <a:r>
              <a:rPr kumimoji="1" lang="en-US" altLang="zh-CN" dirty="0">
                <a:latin typeface="Times New Roman" panose="02020603050405020304" pitchFamily="18" charset="0"/>
                <a:cs typeface="Times New Roman" panose="02020603050405020304" pitchFamily="18" charset="0"/>
              </a:rPr>
              <a:t>1</a:t>
            </a:r>
            <a:endParaRPr kumimoji="1"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6227516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12">
            <a:extLst>
              <a:ext uri="{FF2B5EF4-FFF2-40B4-BE49-F238E27FC236}">
                <a16:creationId xmlns:a16="http://schemas.microsoft.com/office/drawing/2014/main" id="{A4B4BCEC-7FD0-C34D-9CB6-FA1C269BFC35}"/>
              </a:ext>
            </a:extLst>
          </p:cNvPr>
          <p:cNvSpPr>
            <a:spLocks noGrp="1"/>
          </p:cNvSpPr>
          <p:nvPr>
            <p:ph type="sldNum" sz="quarter" idx="12"/>
          </p:nvPr>
        </p:nvSpPr>
        <p:spPr>
          <a:xfrm>
            <a:off x="9448800" y="6492875"/>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53</a:t>
            </a:fld>
            <a:endParaRPr kumimoji="1" lang="zh-CN" altLang="en-US" dirty="0">
              <a:latin typeface="Times New Roman" panose="02020603050405020304" pitchFamily="18" charset="0"/>
              <a:cs typeface="Times New Roman" panose="02020603050405020304" pitchFamily="18" charset="0"/>
            </a:endParaRPr>
          </a:p>
        </p:txBody>
      </p:sp>
      <p:sp>
        <p:nvSpPr>
          <p:cNvPr id="14" name="文本框 13">
            <a:extLst>
              <a:ext uri="{FF2B5EF4-FFF2-40B4-BE49-F238E27FC236}">
                <a16:creationId xmlns:a16="http://schemas.microsoft.com/office/drawing/2014/main" id="{DEBE2A31-401D-A342-95E4-CDFBE4FFACE6}"/>
              </a:ext>
            </a:extLst>
          </p:cNvPr>
          <p:cNvSpPr txBox="1"/>
          <p:nvPr/>
        </p:nvSpPr>
        <p:spPr>
          <a:xfrm>
            <a:off x="4292228" y="3044279"/>
            <a:ext cx="3607544" cy="769441"/>
          </a:xfrm>
          <a:prstGeom prst="rect">
            <a:avLst/>
          </a:prstGeom>
          <a:noFill/>
        </p:spPr>
        <p:txBody>
          <a:bodyPr wrap="square" rtlCol="0">
            <a:spAutoFit/>
          </a:bodyPr>
          <a:lstStyle/>
          <a:p>
            <a:pPr algn="ctr"/>
            <a:r>
              <a:rPr kumimoji="1" lang="en-US" altLang="zh-CN" sz="4400" b="1" dirty="0" err="1">
                <a:latin typeface="Times New Roman" panose="02020603050405020304" pitchFamily="18" charset="0"/>
                <a:cs typeface="Times New Roman" panose="02020603050405020304" pitchFamily="18" charset="0"/>
              </a:rPr>
              <a:t>secret_phase</a:t>
            </a:r>
            <a:endParaRPr kumimoji="1" lang="en-US" altLang="zh-CN" sz="4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90518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1D39432-4792-004C-A585-DDDB7CD66711}"/>
              </a:ext>
            </a:extLst>
          </p:cNvPr>
          <p:cNvSpPr txBox="1"/>
          <p:nvPr/>
        </p:nvSpPr>
        <p:spPr>
          <a:xfrm>
            <a:off x="457200" y="536713"/>
            <a:ext cx="2236510" cy="584775"/>
          </a:xfrm>
          <a:prstGeom prst="rect">
            <a:avLst/>
          </a:prstGeom>
          <a:noFill/>
        </p:spPr>
        <p:txBody>
          <a:bodyPr wrap="none" rtlCol="0">
            <a:spAutoFit/>
          </a:bodyPr>
          <a:lstStyle/>
          <a:p>
            <a:r>
              <a:rPr kumimoji="1" lang="zh-CN" altLang="en-US" sz="3200" dirty="0">
                <a:latin typeface="Times New Roman" panose="02020603050405020304" pitchFamily="18" charset="0"/>
                <a:cs typeface="Times New Roman" panose="02020603050405020304" pitchFamily="18" charset="0"/>
              </a:rPr>
              <a:t>如何进入？</a:t>
            </a:r>
          </a:p>
        </p:txBody>
      </p:sp>
      <p:sp>
        <p:nvSpPr>
          <p:cNvPr id="13" name="灯片编号占位符 12">
            <a:extLst>
              <a:ext uri="{FF2B5EF4-FFF2-40B4-BE49-F238E27FC236}">
                <a16:creationId xmlns:a16="http://schemas.microsoft.com/office/drawing/2014/main" id="{A4B4BCEC-7FD0-C34D-9CB6-FA1C269BFC35}"/>
              </a:ext>
            </a:extLst>
          </p:cNvPr>
          <p:cNvSpPr>
            <a:spLocks noGrp="1"/>
          </p:cNvSpPr>
          <p:nvPr>
            <p:ph type="sldNum" sz="quarter" idx="12"/>
          </p:nvPr>
        </p:nvSpPr>
        <p:spPr>
          <a:xfrm>
            <a:off x="9448800" y="6492875"/>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54</a:t>
            </a:fld>
            <a:endParaRPr kumimoji="1" lang="zh-CN" altLang="en-US" dirty="0">
              <a:latin typeface="Times New Roman" panose="02020603050405020304" pitchFamily="18" charset="0"/>
              <a:cs typeface="Times New Roman" panose="02020603050405020304" pitchFamily="18" charset="0"/>
            </a:endParaRPr>
          </a:p>
        </p:txBody>
      </p:sp>
      <p:pic>
        <p:nvPicPr>
          <p:cNvPr id="2" name="图片 1">
            <a:extLst>
              <a:ext uri="{FF2B5EF4-FFF2-40B4-BE49-F238E27FC236}">
                <a16:creationId xmlns:a16="http://schemas.microsoft.com/office/drawing/2014/main" id="{49F7476A-5CD6-9546-9887-178527E4BDA1}"/>
              </a:ext>
            </a:extLst>
          </p:cNvPr>
          <p:cNvPicPr>
            <a:picLocks noChangeAspect="1"/>
          </p:cNvPicPr>
          <p:nvPr/>
        </p:nvPicPr>
        <p:blipFill>
          <a:blip r:embed="rId2"/>
          <a:stretch>
            <a:fillRect/>
          </a:stretch>
        </p:blipFill>
        <p:spPr>
          <a:xfrm>
            <a:off x="564322" y="1121488"/>
            <a:ext cx="8311322" cy="2639824"/>
          </a:xfrm>
          <a:prstGeom prst="rect">
            <a:avLst/>
          </a:prstGeom>
        </p:spPr>
      </p:pic>
      <p:pic>
        <p:nvPicPr>
          <p:cNvPr id="3" name="图片 2">
            <a:extLst>
              <a:ext uri="{FF2B5EF4-FFF2-40B4-BE49-F238E27FC236}">
                <a16:creationId xmlns:a16="http://schemas.microsoft.com/office/drawing/2014/main" id="{199FD9AA-6677-9947-911B-DA4CD6EDEF07}"/>
              </a:ext>
            </a:extLst>
          </p:cNvPr>
          <p:cNvPicPr>
            <a:picLocks noChangeAspect="1"/>
          </p:cNvPicPr>
          <p:nvPr/>
        </p:nvPicPr>
        <p:blipFill>
          <a:blip r:embed="rId3"/>
          <a:stretch>
            <a:fillRect/>
          </a:stretch>
        </p:blipFill>
        <p:spPr>
          <a:xfrm>
            <a:off x="564322" y="3840825"/>
            <a:ext cx="5288722" cy="2567589"/>
          </a:xfrm>
          <a:prstGeom prst="rect">
            <a:avLst/>
          </a:prstGeom>
        </p:spPr>
      </p:pic>
      <p:sp>
        <p:nvSpPr>
          <p:cNvPr id="5" name="文本框 4">
            <a:extLst>
              <a:ext uri="{FF2B5EF4-FFF2-40B4-BE49-F238E27FC236}">
                <a16:creationId xmlns:a16="http://schemas.microsoft.com/office/drawing/2014/main" id="{14C4CD7F-758E-F242-BA11-E435422D4BE5}"/>
              </a:ext>
            </a:extLst>
          </p:cNvPr>
          <p:cNvSpPr txBox="1"/>
          <p:nvPr/>
        </p:nvSpPr>
        <p:spPr>
          <a:xfrm>
            <a:off x="6629400" y="4870174"/>
            <a:ext cx="4838184" cy="461665"/>
          </a:xfrm>
          <a:prstGeom prst="rect">
            <a:avLst/>
          </a:prstGeom>
          <a:noFill/>
        </p:spPr>
        <p:txBody>
          <a:bodyPr wrap="none" rtlCol="0">
            <a:spAutoFit/>
          </a:bodyPr>
          <a:lstStyle/>
          <a:p>
            <a:r>
              <a:rPr kumimoji="1" lang="zh-CN" altLang="en-US" sz="2400" dirty="0">
                <a:latin typeface="Times New Roman" panose="02020603050405020304" pitchFamily="18" charset="0"/>
                <a:cs typeface="Times New Roman" panose="02020603050405020304" pitchFamily="18" charset="0"/>
              </a:rPr>
              <a:t>注意到</a:t>
            </a:r>
            <a:r>
              <a:rPr kumimoji="1" lang="en-US" altLang="zh-CN" sz="2400" dirty="0">
                <a:latin typeface="Times New Roman" panose="02020603050405020304" pitchFamily="18" charset="0"/>
                <a:cs typeface="Times New Roman" panose="02020603050405020304" pitchFamily="18" charset="0"/>
              </a:rPr>
              <a:t>main</a:t>
            </a:r>
            <a:r>
              <a:rPr kumimoji="1" lang="zh-CN" altLang="en-US" sz="2400" dirty="0">
                <a:latin typeface="Times New Roman" panose="02020603050405020304" pitchFamily="18" charset="0"/>
                <a:cs typeface="Times New Roman" panose="02020603050405020304" pitchFamily="18" charset="0"/>
              </a:rPr>
              <a:t>函数以外的字符串输出</a:t>
            </a:r>
          </a:p>
        </p:txBody>
      </p:sp>
      <p:sp>
        <p:nvSpPr>
          <p:cNvPr id="6" name="矩形 5">
            <a:extLst>
              <a:ext uri="{FF2B5EF4-FFF2-40B4-BE49-F238E27FC236}">
                <a16:creationId xmlns:a16="http://schemas.microsoft.com/office/drawing/2014/main" id="{527FEA38-D2FE-BA4F-8023-02B8E8C8E45C}"/>
              </a:ext>
            </a:extLst>
          </p:cNvPr>
          <p:cNvSpPr/>
          <p:nvPr/>
        </p:nvSpPr>
        <p:spPr>
          <a:xfrm>
            <a:off x="564322" y="3021496"/>
            <a:ext cx="5448852" cy="487017"/>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7" name="矩形 6">
            <a:extLst>
              <a:ext uri="{FF2B5EF4-FFF2-40B4-BE49-F238E27FC236}">
                <a16:creationId xmlns:a16="http://schemas.microsoft.com/office/drawing/2014/main" id="{F9C69DD0-97F2-C548-954D-60CB5CEF84EF}"/>
              </a:ext>
            </a:extLst>
          </p:cNvPr>
          <p:cNvSpPr/>
          <p:nvPr/>
        </p:nvSpPr>
        <p:spPr>
          <a:xfrm>
            <a:off x="564322" y="5635487"/>
            <a:ext cx="1393687" cy="208722"/>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669560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1D39432-4792-004C-A585-DDDB7CD66711}"/>
              </a:ext>
            </a:extLst>
          </p:cNvPr>
          <p:cNvSpPr txBox="1"/>
          <p:nvPr/>
        </p:nvSpPr>
        <p:spPr>
          <a:xfrm>
            <a:off x="457200" y="536713"/>
            <a:ext cx="2236510" cy="584775"/>
          </a:xfrm>
          <a:prstGeom prst="rect">
            <a:avLst/>
          </a:prstGeom>
          <a:noFill/>
        </p:spPr>
        <p:txBody>
          <a:bodyPr wrap="none" rtlCol="0">
            <a:spAutoFit/>
          </a:bodyPr>
          <a:lstStyle/>
          <a:p>
            <a:r>
              <a:rPr kumimoji="1" lang="zh-CN" altLang="en-US" sz="3200" dirty="0">
                <a:latin typeface="Times New Roman" panose="02020603050405020304" pitchFamily="18" charset="0"/>
                <a:cs typeface="Times New Roman" panose="02020603050405020304" pitchFamily="18" charset="0"/>
              </a:rPr>
              <a:t>如何进入？</a:t>
            </a:r>
          </a:p>
        </p:txBody>
      </p:sp>
      <p:sp>
        <p:nvSpPr>
          <p:cNvPr id="13" name="灯片编号占位符 12">
            <a:extLst>
              <a:ext uri="{FF2B5EF4-FFF2-40B4-BE49-F238E27FC236}">
                <a16:creationId xmlns:a16="http://schemas.microsoft.com/office/drawing/2014/main" id="{A4B4BCEC-7FD0-C34D-9CB6-FA1C269BFC35}"/>
              </a:ext>
            </a:extLst>
          </p:cNvPr>
          <p:cNvSpPr>
            <a:spLocks noGrp="1"/>
          </p:cNvSpPr>
          <p:nvPr>
            <p:ph type="sldNum" sz="quarter" idx="12"/>
          </p:nvPr>
        </p:nvSpPr>
        <p:spPr>
          <a:xfrm>
            <a:off x="9448800" y="6492875"/>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55</a:t>
            </a:fld>
            <a:endParaRPr kumimoji="1" lang="zh-CN" altLang="en-US" dirty="0">
              <a:latin typeface="Times New Roman" panose="02020603050405020304" pitchFamily="18" charset="0"/>
              <a:cs typeface="Times New Roman" panose="02020603050405020304" pitchFamily="18" charset="0"/>
            </a:endParaRPr>
          </a:p>
        </p:txBody>
      </p:sp>
      <p:pic>
        <p:nvPicPr>
          <p:cNvPr id="7" name="图片 6">
            <a:extLst>
              <a:ext uri="{FF2B5EF4-FFF2-40B4-BE49-F238E27FC236}">
                <a16:creationId xmlns:a16="http://schemas.microsoft.com/office/drawing/2014/main" id="{97873E99-8CE3-D648-A334-D38AF587374C}"/>
              </a:ext>
            </a:extLst>
          </p:cNvPr>
          <p:cNvPicPr>
            <a:picLocks noChangeAspect="1"/>
          </p:cNvPicPr>
          <p:nvPr/>
        </p:nvPicPr>
        <p:blipFill>
          <a:blip r:embed="rId2"/>
          <a:stretch>
            <a:fillRect/>
          </a:stretch>
        </p:blipFill>
        <p:spPr>
          <a:xfrm>
            <a:off x="550517" y="1302026"/>
            <a:ext cx="8285370" cy="4512751"/>
          </a:xfrm>
          <a:prstGeom prst="rect">
            <a:avLst/>
          </a:prstGeom>
        </p:spPr>
      </p:pic>
      <p:sp>
        <p:nvSpPr>
          <p:cNvPr id="8" name="矩形 7">
            <a:extLst>
              <a:ext uri="{FF2B5EF4-FFF2-40B4-BE49-F238E27FC236}">
                <a16:creationId xmlns:a16="http://schemas.microsoft.com/office/drawing/2014/main" id="{59C6D133-00F1-ED4B-826D-CB6346065484}"/>
              </a:ext>
            </a:extLst>
          </p:cNvPr>
          <p:cNvSpPr/>
          <p:nvPr/>
        </p:nvSpPr>
        <p:spPr>
          <a:xfrm>
            <a:off x="3667539" y="3429000"/>
            <a:ext cx="5088835" cy="248479"/>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FD9B2D2F-02C0-CE4E-9E2F-801250F94710}"/>
              </a:ext>
            </a:extLst>
          </p:cNvPr>
          <p:cNvSpPr txBox="1"/>
          <p:nvPr/>
        </p:nvSpPr>
        <p:spPr>
          <a:xfrm>
            <a:off x="550517" y="6032664"/>
            <a:ext cx="5620449" cy="461665"/>
          </a:xfrm>
          <a:prstGeom prst="rect">
            <a:avLst/>
          </a:prstGeom>
          <a:noFill/>
        </p:spPr>
        <p:txBody>
          <a:bodyPr wrap="none" rtlCol="0">
            <a:spAutoFit/>
          </a:bodyPr>
          <a:lstStyle/>
          <a:p>
            <a:r>
              <a:rPr kumimoji="1" lang="zh-CN" altLang="en-US" sz="2400" dirty="0">
                <a:latin typeface="Times New Roman" panose="02020603050405020304" pitchFamily="18" charset="0"/>
                <a:cs typeface="Times New Roman" panose="02020603050405020304" pitchFamily="18" charset="0"/>
              </a:rPr>
              <a:t>当前</a:t>
            </a:r>
            <a:r>
              <a:rPr kumimoji="1" lang="en-US" altLang="zh-CN" sz="2400" dirty="0">
                <a:latin typeface="Times New Roman" panose="02020603050405020304" pitchFamily="18" charset="0"/>
                <a:cs typeface="Times New Roman" panose="02020603050405020304" pitchFamily="18" charset="0"/>
              </a:rPr>
              <a:t>phase</a:t>
            </a:r>
            <a:r>
              <a:rPr kumimoji="1" lang="zh-CN" altLang="en-US" sz="2400" dirty="0">
                <a:latin typeface="Times New Roman" panose="02020603050405020304" pitchFamily="18" charset="0"/>
                <a:cs typeface="Times New Roman" panose="02020603050405020304" pitchFamily="18" charset="0"/>
              </a:rPr>
              <a:t>为</a:t>
            </a:r>
            <a:r>
              <a:rPr kumimoji="1" lang="en-US" altLang="zh-CN" sz="2400" dirty="0">
                <a:latin typeface="Times New Roman" panose="02020603050405020304" pitchFamily="18" charset="0"/>
                <a:cs typeface="Times New Roman" panose="02020603050405020304" pitchFamily="18" charset="0"/>
              </a:rPr>
              <a:t>phase_6</a:t>
            </a:r>
            <a:r>
              <a:rPr kumimoji="1" lang="zh-CN" altLang="en-US" sz="2400" dirty="0">
                <a:latin typeface="Times New Roman" panose="02020603050405020304" pitchFamily="18" charset="0"/>
                <a:cs typeface="Times New Roman" panose="02020603050405020304" pitchFamily="18" charset="0"/>
              </a:rPr>
              <a:t>时会调用函数</a:t>
            </a:r>
            <a:r>
              <a:rPr kumimoji="1" lang="en-US" altLang="zh-CN" sz="2400" dirty="0" err="1">
                <a:latin typeface="Times New Roman" panose="02020603050405020304" pitchFamily="18" charset="0"/>
                <a:cs typeface="Times New Roman" panose="02020603050405020304" pitchFamily="18" charset="0"/>
              </a:rPr>
              <a:t>genshin</a:t>
            </a:r>
            <a:endParaRPr kumimoji="1" lang="zh-C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144192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1D39432-4792-004C-A585-DDDB7CD66711}"/>
              </a:ext>
            </a:extLst>
          </p:cNvPr>
          <p:cNvSpPr txBox="1"/>
          <p:nvPr/>
        </p:nvSpPr>
        <p:spPr>
          <a:xfrm>
            <a:off x="457200" y="536713"/>
            <a:ext cx="2236510" cy="584775"/>
          </a:xfrm>
          <a:prstGeom prst="rect">
            <a:avLst/>
          </a:prstGeom>
          <a:noFill/>
        </p:spPr>
        <p:txBody>
          <a:bodyPr wrap="none" rtlCol="0">
            <a:spAutoFit/>
          </a:bodyPr>
          <a:lstStyle/>
          <a:p>
            <a:r>
              <a:rPr kumimoji="1" lang="zh-CN" altLang="en-US" sz="3200" dirty="0">
                <a:latin typeface="Times New Roman" panose="02020603050405020304" pitchFamily="18" charset="0"/>
                <a:cs typeface="Times New Roman" panose="02020603050405020304" pitchFamily="18" charset="0"/>
              </a:rPr>
              <a:t>如何进入？</a:t>
            </a:r>
          </a:p>
        </p:txBody>
      </p:sp>
      <p:sp>
        <p:nvSpPr>
          <p:cNvPr id="13" name="灯片编号占位符 12">
            <a:extLst>
              <a:ext uri="{FF2B5EF4-FFF2-40B4-BE49-F238E27FC236}">
                <a16:creationId xmlns:a16="http://schemas.microsoft.com/office/drawing/2014/main" id="{A4B4BCEC-7FD0-C34D-9CB6-FA1C269BFC35}"/>
              </a:ext>
            </a:extLst>
          </p:cNvPr>
          <p:cNvSpPr>
            <a:spLocks noGrp="1"/>
          </p:cNvSpPr>
          <p:nvPr>
            <p:ph type="sldNum" sz="quarter" idx="12"/>
          </p:nvPr>
        </p:nvSpPr>
        <p:spPr>
          <a:xfrm>
            <a:off x="9448800" y="6492875"/>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56</a:t>
            </a:fld>
            <a:endParaRPr kumimoji="1" lang="zh-CN" altLang="en-US" dirty="0">
              <a:latin typeface="Times New Roman" panose="02020603050405020304" pitchFamily="18" charset="0"/>
              <a:cs typeface="Times New Roman" panose="02020603050405020304" pitchFamily="18" charset="0"/>
            </a:endParaRPr>
          </a:p>
        </p:txBody>
      </p:sp>
      <p:pic>
        <p:nvPicPr>
          <p:cNvPr id="2" name="图片 1">
            <a:extLst>
              <a:ext uri="{FF2B5EF4-FFF2-40B4-BE49-F238E27FC236}">
                <a16:creationId xmlns:a16="http://schemas.microsoft.com/office/drawing/2014/main" id="{BFE2CA8C-AF04-2141-B034-E943E3EE4BC8}"/>
              </a:ext>
            </a:extLst>
          </p:cNvPr>
          <p:cNvPicPr>
            <a:picLocks noChangeAspect="1"/>
          </p:cNvPicPr>
          <p:nvPr/>
        </p:nvPicPr>
        <p:blipFill>
          <a:blip r:embed="rId2"/>
          <a:stretch>
            <a:fillRect/>
          </a:stretch>
        </p:blipFill>
        <p:spPr>
          <a:xfrm>
            <a:off x="585510" y="5346700"/>
            <a:ext cx="4216400" cy="736600"/>
          </a:xfrm>
          <a:prstGeom prst="rect">
            <a:avLst/>
          </a:prstGeom>
        </p:spPr>
      </p:pic>
      <p:pic>
        <p:nvPicPr>
          <p:cNvPr id="3" name="图片 2">
            <a:extLst>
              <a:ext uri="{FF2B5EF4-FFF2-40B4-BE49-F238E27FC236}">
                <a16:creationId xmlns:a16="http://schemas.microsoft.com/office/drawing/2014/main" id="{069455D8-0844-9945-B227-9479B1856898}"/>
              </a:ext>
            </a:extLst>
          </p:cNvPr>
          <p:cNvPicPr>
            <a:picLocks noChangeAspect="1"/>
          </p:cNvPicPr>
          <p:nvPr/>
        </p:nvPicPr>
        <p:blipFill>
          <a:blip r:embed="rId3"/>
          <a:stretch>
            <a:fillRect/>
          </a:stretch>
        </p:blipFill>
        <p:spPr>
          <a:xfrm>
            <a:off x="585510" y="1756139"/>
            <a:ext cx="9863483" cy="3590561"/>
          </a:xfrm>
          <a:prstGeom prst="rect">
            <a:avLst/>
          </a:prstGeom>
        </p:spPr>
      </p:pic>
      <p:sp>
        <p:nvSpPr>
          <p:cNvPr id="5" name="矩形 4">
            <a:extLst>
              <a:ext uri="{FF2B5EF4-FFF2-40B4-BE49-F238E27FC236}">
                <a16:creationId xmlns:a16="http://schemas.microsoft.com/office/drawing/2014/main" id="{8DC47506-A3D5-5045-9490-23EC810D9E1B}"/>
              </a:ext>
            </a:extLst>
          </p:cNvPr>
          <p:cNvSpPr/>
          <p:nvPr/>
        </p:nvSpPr>
        <p:spPr>
          <a:xfrm>
            <a:off x="3786809" y="4200525"/>
            <a:ext cx="2309191" cy="477078"/>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0D67AAEC-1E4A-574E-8DB8-36599BAFBD17}"/>
              </a:ext>
            </a:extLst>
          </p:cNvPr>
          <p:cNvSpPr txBox="1"/>
          <p:nvPr/>
        </p:nvSpPr>
        <p:spPr>
          <a:xfrm>
            <a:off x="5834269" y="5534017"/>
            <a:ext cx="3898824" cy="400110"/>
          </a:xfrm>
          <a:prstGeom prst="rect">
            <a:avLst/>
          </a:prstGeom>
          <a:noFill/>
        </p:spPr>
        <p:txBody>
          <a:bodyPr wrap="none" rtlCol="0">
            <a:spAutoFit/>
          </a:bodyPr>
          <a:lstStyle/>
          <a:p>
            <a:r>
              <a:rPr kumimoji="1" lang="en-US" altLang="zh-CN" sz="2000" dirty="0">
                <a:latin typeface="Times New Roman" panose="02020603050405020304" pitchFamily="18" charset="0"/>
                <a:cs typeface="Times New Roman" panose="02020603050405020304" pitchFamily="18" charset="0"/>
              </a:rPr>
              <a:t>phase_4</a:t>
            </a:r>
            <a:r>
              <a:rPr kumimoji="1" lang="zh-CN" altLang="en-US" sz="2000" dirty="0">
                <a:latin typeface="Times New Roman" panose="02020603050405020304" pitchFamily="18" charset="0"/>
                <a:cs typeface="Times New Roman" panose="02020603050405020304" pitchFamily="18" charset="0"/>
              </a:rPr>
              <a:t>还需要多输入一个字符串</a:t>
            </a:r>
          </a:p>
        </p:txBody>
      </p:sp>
      <p:sp>
        <p:nvSpPr>
          <p:cNvPr id="10" name="文本框 9">
            <a:extLst>
              <a:ext uri="{FF2B5EF4-FFF2-40B4-BE49-F238E27FC236}">
                <a16:creationId xmlns:a16="http://schemas.microsoft.com/office/drawing/2014/main" id="{F4954A77-C59D-E94F-82DC-FB27BE158861}"/>
              </a:ext>
            </a:extLst>
          </p:cNvPr>
          <p:cNvSpPr txBox="1"/>
          <p:nvPr/>
        </p:nvSpPr>
        <p:spPr>
          <a:xfrm>
            <a:off x="457200" y="1305122"/>
            <a:ext cx="1885453" cy="369332"/>
          </a:xfrm>
          <a:prstGeom prst="rect">
            <a:avLst/>
          </a:prstGeom>
          <a:noFill/>
        </p:spPr>
        <p:txBody>
          <a:bodyPr wrap="none" rtlCol="0">
            <a:spAutoFit/>
          </a:bodyPr>
          <a:lstStyle/>
          <a:p>
            <a:r>
              <a:rPr kumimoji="1" lang="zh-CN" altLang="en-US" dirty="0">
                <a:latin typeface="Times New Roman" panose="02020603050405020304" pitchFamily="18" charset="0"/>
                <a:cs typeface="Times New Roman" panose="02020603050405020304" pitchFamily="18" charset="0"/>
              </a:rPr>
              <a:t>进入函数</a:t>
            </a:r>
            <a:r>
              <a:rPr kumimoji="1" lang="en-US" altLang="zh-CN" dirty="0" err="1">
                <a:latin typeface="Times New Roman" panose="02020603050405020304" pitchFamily="18" charset="0"/>
                <a:cs typeface="Times New Roman" panose="02020603050405020304" pitchFamily="18" charset="0"/>
              </a:rPr>
              <a:t>genshin</a:t>
            </a:r>
            <a:endParaRPr kumimoji="1"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20769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1D39432-4792-004C-A585-DDDB7CD66711}"/>
              </a:ext>
            </a:extLst>
          </p:cNvPr>
          <p:cNvSpPr txBox="1"/>
          <p:nvPr/>
        </p:nvSpPr>
        <p:spPr>
          <a:xfrm>
            <a:off x="457200" y="536713"/>
            <a:ext cx="2236510" cy="584775"/>
          </a:xfrm>
          <a:prstGeom prst="rect">
            <a:avLst/>
          </a:prstGeom>
          <a:noFill/>
        </p:spPr>
        <p:txBody>
          <a:bodyPr wrap="none" rtlCol="0">
            <a:spAutoFit/>
          </a:bodyPr>
          <a:lstStyle/>
          <a:p>
            <a:r>
              <a:rPr kumimoji="1" lang="zh-CN" altLang="en-US" sz="3200" dirty="0">
                <a:latin typeface="Times New Roman" panose="02020603050405020304" pitchFamily="18" charset="0"/>
                <a:cs typeface="Times New Roman" panose="02020603050405020304" pitchFamily="18" charset="0"/>
              </a:rPr>
              <a:t>如何进入？</a:t>
            </a:r>
          </a:p>
        </p:txBody>
      </p:sp>
      <p:sp>
        <p:nvSpPr>
          <p:cNvPr id="13" name="灯片编号占位符 12">
            <a:extLst>
              <a:ext uri="{FF2B5EF4-FFF2-40B4-BE49-F238E27FC236}">
                <a16:creationId xmlns:a16="http://schemas.microsoft.com/office/drawing/2014/main" id="{A4B4BCEC-7FD0-C34D-9CB6-FA1C269BFC35}"/>
              </a:ext>
            </a:extLst>
          </p:cNvPr>
          <p:cNvSpPr>
            <a:spLocks noGrp="1"/>
          </p:cNvSpPr>
          <p:nvPr>
            <p:ph type="sldNum" sz="quarter" idx="12"/>
          </p:nvPr>
        </p:nvSpPr>
        <p:spPr>
          <a:xfrm>
            <a:off x="9448800" y="6492875"/>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57</a:t>
            </a:fld>
            <a:endParaRPr kumimoji="1" lang="zh-CN" altLang="en-US" dirty="0">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44E432C8-990C-E243-8535-6BAFA0AC8CA6}"/>
              </a:ext>
            </a:extLst>
          </p:cNvPr>
          <p:cNvPicPr>
            <a:picLocks noChangeAspect="1"/>
          </p:cNvPicPr>
          <p:nvPr/>
        </p:nvPicPr>
        <p:blipFill>
          <a:blip r:embed="rId2"/>
          <a:stretch>
            <a:fillRect/>
          </a:stretch>
        </p:blipFill>
        <p:spPr>
          <a:xfrm>
            <a:off x="566529" y="4195437"/>
            <a:ext cx="6917637" cy="523041"/>
          </a:xfrm>
          <a:prstGeom prst="rect">
            <a:avLst/>
          </a:prstGeom>
        </p:spPr>
      </p:pic>
      <p:pic>
        <p:nvPicPr>
          <p:cNvPr id="5" name="图片 4">
            <a:extLst>
              <a:ext uri="{FF2B5EF4-FFF2-40B4-BE49-F238E27FC236}">
                <a16:creationId xmlns:a16="http://schemas.microsoft.com/office/drawing/2014/main" id="{E98F1A02-C661-C04A-BD26-B8639E3BB980}"/>
              </a:ext>
            </a:extLst>
          </p:cNvPr>
          <p:cNvPicPr>
            <a:picLocks noChangeAspect="1"/>
          </p:cNvPicPr>
          <p:nvPr/>
        </p:nvPicPr>
        <p:blipFill>
          <a:blip r:embed="rId3"/>
          <a:stretch>
            <a:fillRect/>
          </a:stretch>
        </p:blipFill>
        <p:spPr>
          <a:xfrm>
            <a:off x="566529" y="1498259"/>
            <a:ext cx="11235167" cy="1968864"/>
          </a:xfrm>
          <a:prstGeom prst="rect">
            <a:avLst/>
          </a:prstGeom>
          <a:ln>
            <a:solidFill>
              <a:schemeClr val="accent1">
                <a:shade val="50000"/>
              </a:schemeClr>
            </a:solidFill>
          </a:ln>
        </p:spPr>
      </p:pic>
      <p:sp>
        <p:nvSpPr>
          <p:cNvPr id="6" name="矩形 5">
            <a:extLst>
              <a:ext uri="{FF2B5EF4-FFF2-40B4-BE49-F238E27FC236}">
                <a16:creationId xmlns:a16="http://schemas.microsoft.com/office/drawing/2014/main" id="{B116B5F0-7E75-874E-BCFC-611125D160DA}"/>
              </a:ext>
            </a:extLst>
          </p:cNvPr>
          <p:cNvSpPr/>
          <p:nvPr/>
        </p:nvSpPr>
        <p:spPr>
          <a:xfrm>
            <a:off x="2922104" y="1689652"/>
            <a:ext cx="2484783" cy="258417"/>
          </a:xfrm>
          <a:prstGeom prst="rect">
            <a:avLst/>
          </a:prstGeom>
          <a:noFill/>
          <a:ln w="254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72D86AEE-A439-CA45-BE2C-E2438C8F5970}"/>
              </a:ext>
            </a:extLst>
          </p:cNvPr>
          <p:cNvSpPr txBox="1"/>
          <p:nvPr/>
        </p:nvSpPr>
        <p:spPr>
          <a:xfrm>
            <a:off x="457199" y="5215959"/>
            <a:ext cx="9203635" cy="461665"/>
          </a:xfrm>
          <a:prstGeom prst="rect">
            <a:avLst/>
          </a:prstGeom>
          <a:noFill/>
        </p:spPr>
        <p:txBody>
          <a:bodyPr wrap="square" rtlCol="0">
            <a:spAutoFit/>
          </a:bodyPr>
          <a:lstStyle/>
          <a:p>
            <a:r>
              <a:rPr kumimoji="1" lang="en-US" altLang="zh-CN" sz="2400" dirty="0">
                <a:latin typeface="Times New Roman" panose="02020603050405020304" pitchFamily="18" charset="0"/>
                <a:cs typeface="Times New Roman" panose="02020603050405020304" pitchFamily="18" charset="0"/>
              </a:rPr>
              <a:t>phase_4</a:t>
            </a:r>
            <a:r>
              <a:rPr kumimoji="1" lang="zh-CN" altLang="en-US" sz="2400" dirty="0">
                <a:latin typeface="Times New Roman" panose="02020603050405020304" pitchFamily="18" charset="0"/>
                <a:cs typeface="Times New Roman" panose="02020603050405020304" pitchFamily="18" charset="0"/>
              </a:rPr>
              <a:t>多输入的字符串是 </a:t>
            </a:r>
            <a:r>
              <a:rPr lang="es-ES" altLang="zh-CN" sz="2400" dirty="0">
                <a:effectLst/>
                <a:latin typeface="Times New Roman" panose="02020603050405020304" pitchFamily="18" charset="0"/>
                <a:cs typeface="Times New Roman" panose="02020603050405020304" pitchFamily="18" charset="0"/>
              </a:rPr>
              <a:t>DoUKnowThatTheHarderThing2DoAnd...</a:t>
            </a:r>
          </a:p>
        </p:txBody>
      </p:sp>
    </p:spTree>
    <p:extLst>
      <p:ext uri="{BB962C8B-B14F-4D97-AF65-F5344CB8AC3E}">
        <p14:creationId xmlns:p14="http://schemas.microsoft.com/office/powerpoint/2010/main" val="252727254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1D39432-4792-004C-A585-DDDB7CD66711}"/>
              </a:ext>
            </a:extLst>
          </p:cNvPr>
          <p:cNvSpPr txBox="1"/>
          <p:nvPr/>
        </p:nvSpPr>
        <p:spPr>
          <a:xfrm>
            <a:off x="457200" y="536713"/>
            <a:ext cx="2236510" cy="584775"/>
          </a:xfrm>
          <a:prstGeom prst="rect">
            <a:avLst/>
          </a:prstGeom>
          <a:noFill/>
        </p:spPr>
        <p:txBody>
          <a:bodyPr wrap="none" rtlCol="0">
            <a:spAutoFit/>
          </a:bodyPr>
          <a:lstStyle/>
          <a:p>
            <a:r>
              <a:rPr kumimoji="1" lang="zh-CN" altLang="en-US" sz="3200" dirty="0">
                <a:latin typeface="Times New Roman" panose="02020603050405020304" pitchFamily="18" charset="0"/>
                <a:cs typeface="Times New Roman" panose="02020603050405020304" pitchFamily="18" charset="0"/>
              </a:rPr>
              <a:t>如何进入？</a:t>
            </a:r>
          </a:p>
        </p:txBody>
      </p:sp>
      <p:sp>
        <p:nvSpPr>
          <p:cNvPr id="13" name="灯片编号占位符 12">
            <a:extLst>
              <a:ext uri="{FF2B5EF4-FFF2-40B4-BE49-F238E27FC236}">
                <a16:creationId xmlns:a16="http://schemas.microsoft.com/office/drawing/2014/main" id="{A4B4BCEC-7FD0-C34D-9CB6-FA1C269BFC35}"/>
              </a:ext>
            </a:extLst>
          </p:cNvPr>
          <p:cNvSpPr>
            <a:spLocks noGrp="1"/>
          </p:cNvSpPr>
          <p:nvPr>
            <p:ph type="sldNum" sz="quarter" idx="12"/>
          </p:nvPr>
        </p:nvSpPr>
        <p:spPr>
          <a:xfrm>
            <a:off x="9448800" y="6492875"/>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58</a:t>
            </a:fld>
            <a:endParaRPr kumimoji="1" lang="zh-CN" altLang="en-US" dirty="0">
              <a:latin typeface="Times New Roman" panose="02020603050405020304" pitchFamily="18" charset="0"/>
              <a:cs typeface="Times New Roman" panose="02020603050405020304" pitchFamily="18" charset="0"/>
            </a:endParaRPr>
          </a:p>
        </p:txBody>
      </p:sp>
      <p:pic>
        <p:nvPicPr>
          <p:cNvPr id="2" name="图片 1">
            <a:extLst>
              <a:ext uri="{FF2B5EF4-FFF2-40B4-BE49-F238E27FC236}">
                <a16:creationId xmlns:a16="http://schemas.microsoft.com/office/drawing/2014/main" id="{B146E394-7405-4349-AC8B-EB57C7CE42AE}"/>
              </a:ext>
            </a:extLst>
          </p:cNvPr>
          <p:cNvPicPr>
            <a:picLocks noChangeAspect="1"/>
          </p:cNvPicPr>
          <p:nvPr/>
        </p:nvPicPr>
        <p:blipFill>
          <a:blip r:embed="rId2"/>
          <a:stretch>
            <a:fillRect/>
          </a:stretch>
        </p:blipFill>
        <p:spPr>
          <a:xfrm>
            <a:off x="532848" y="1497219"/>
            <a:ext cx="10599984" cy="3313320"/>
          </a:xfrm>
          <a:prstGeom prst="rect">
            <a:avLst/>
          </a:prstGeom>
        </p:spPr>
      </p:pic>
      <p:sp>
        <p:nvSpPr>
          <p:cNvPr id="8" name="矩形 7">
            <a:extLst>
              <a:ext uri="{FF2B5EF4-FFF2-40B4-BE49-F238E27FC236}">
                <a16:creationId xmlns:a16="http://schemas.microsoft.com/office/drawing/2014/main" id="{CA58C011-D0E3-2246-B93B-41F0A67CAF5C}"/>
              </a:ext>
            </a:extLst>
          </p:cNvPr>
          <p:cNvSpPr/>
          <p:nvPr/>
        </p:nvSpPr>
        <p:spPr>
          <a:xfrm>
            <a:off x="546652" y="3846443"/>
            <a:ext cx="6758609" cy="268357"/>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5CF3186A-14BC-1341-8D50-C67865C88CD4}"/>
              </a:ext>
            </a:extLst>
          </p:cNvPr>
          <p:cNvSpPr txBox="1"/>
          <p:nvPr/>
        </p:nvSpPr>
        <p:spPr>
          <a:xfrm>
            <a:off x="532848" y="5102678"/>
            <a:ext cx="5881738" cy="461665"/>
          </a:xfrm>
          <a:prstGeom prst="rect">
            <a:avLst/>
          </a:prstGeom>
          <a:noFill/>
        </p:spPr>
        <p:txBody>
          <a:bodyPr wrap="none" rtlCol="0">
            <a:spAutoFit/>
          </a:bodyPr>
          <a:lstStyle/>
          <a:p>
            <a:r>
              <a:rPr kumimoji="1" lang="zh-CN" altLang="en-US" sz="2400" dirty="0">
                <a:latin typeface="Times New Roman" panose="02020603050405020304" pitchFamily="18" charset="0"/>
                <a:cs typeface="Times New Roman" panose="02020603050405020304" pitchFamily="18" charset="0"/>
              </a:rPr>
              <a:t>多了一行输出，仍然无法进入</a:t>
            </a:r>
            <a:r>
              <a:rPr kumimoji="1" lang="en-US" altLang="zh-CN" sz="2400" dirty="0" err="1">
                <a:latin typeface="Times New Roman" panose="02020603050405020304" pitchFamily="18" charset="0"/>
                <a:cs typeface="Times New Roman" panose="02020603050405020304" pitchFamily="18" charset="0"/>
              </a:rPr>
              <a:t>secret_phase</a:t>
            </a:r>
            <a:endParaRPr kumimoji="1" lang="zh-C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0654414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1D39432-4792-004C-A585-DDDB7CD66711}"/>
              </a:ext>
            </a:extLst>
          </p:cNvPr>
          <p:cNvSpPr txBox="1"/>
          <p:nvPr/>
        </p:nvSpPr>
        <p:spPr>
          <a:xfrm>
            <a:off x="457200" y="536713"/>
            <a:ext cx="2236510" cy="584775"/>
          </a:xfrm>
          <a:prstGeom prst="rect">
            <a:avLst/>
          </a:prstGeom>
          <a:noFill/>
        </p:spPr>
        <p:txBody>
          <a:bodyPr wrap="none" rtlCol="0">
            <a:spAutoFit/>
          </a:bodyPr>
          <a:lstStyle/>
          <a:p>
            <a:r>
              <a:rPr kumimoji="1" lang="zh-CN" altLang="en-US" sz="3200" dirty="0">
                <a:latin typeface="Times New Roman" panose="02020603050405020304" pitchFamily="18" charset="0"/>
                <a:cs typeface="Times New Roman" panose="02020603050405020304" pitchFamily="18" charset="0"/>
              </a:rPr>
              <a:t>如何进入？</a:t>
            </a:r>
          </a:p>
        </p:txBody>
      </p:sp>
      <p:sp>
        <p:nvSpPr>
          <p:cNvPr id="13" name="灯片编号占位符 12">
            <a:extLst>
              <a:ext uri="{FF2B5EF4-FFF2-40B4-BE49-F238E27FC236}">
                <a16:creationId xmlns:a16="http://schemas.microsoft.com/office/drawing/2014/main" id="{A4B4BCEC-7FD0-C34D-9CB6-FA1C269BFC35}"/>
              </a:ext>
            </a:extLst>
          </p:cNvPr>
          <p:cNvSpPr>
            <a:spLocks noGrp="1"/>
          </p:cNvSpPr>
          <p:nvPr>
            <p:ph type="sldNum" sz="quarter" idx="12"/>
          </p:nvPr>
        </p:nvSpPr>
        <p:spPr>
          <a:xfrm>
            <a:off x="9448800" y="6492875"/>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59</a:t>
            </a:fld>
            <a:endParaRPr kumimoji="1" lang="zh-CN" altLang="en-US" dirty="0">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15B44958-CA5C-054F-9B39-C530A158E97D}"/>
              </a:ext>
            </a:extLst>
          </p:cNvPr>
          <p:cNvSpPr txBox="1"/>
          <p:nvPr/>
        </p:nvSpPr>
        <p:spPr>
          <a:xfrm>
            <a:off x="457200" y="1415294"/>
            <a:ext cx="2733441" cy="400110"/>
          </a:xfrm>
          <a:prstGeom prst="rect">
            <a:avLst/>
          </a:prstGeom>
          <a:noFill/>
        </p:spPr>
        <p:txBody>
          <a:bodyPr wrap="none" rtlCol="0">
            <a:spAutoFit/>
          </a:bodyPr>
          <a:lstStyle/>
          <a:p>
            <a:r>
              <a:rPr kumimoji="1" lang="zh-CN" altLang="en-US" sz="2000" dirty="0">
                <a:latin typeface="Times New Roman" panose="02020603050405020304" pitchFamily="18" charset="0"/>
                <a:cs typeface="Times New Roman" panose="02020603050405020304" pitchFamily="18" charset="0"/>
              </a:rPr>
              <a:t>回到函数</a:t>
            </a:r>
            <a:r>
              <a:rPr kumimoji="1" lang="en-US" altLang="zh-CN" sz="2000" dirty="0" err="1">
                <a:latin typeface="Times New Roman" panose="02020603050405020304" pitchFamily="18" charset="0"/>
                <a:cs typeface="Times New Roman" panose="02020603050405020304" pitchFamily="18" charset="0"/>
              </a:rPr>
              <a:t>phase_dufused</a:t>
            </a:r>
            <a:endParaRPr kumimoji="1" lang="zh-CN" altLang="en-US" sz="2000" dirty="0">
              <a:latin typeface="Times New Roman" panose="02020603050405020304" pitchFamily="18" charset="0"/>
              <a:cs typeface="Times New Roman" panose="02020603050405020304" pitchFamily="18" charset="0"/>
            </a:endParaRPr>
          </a:p>
        </p:txBody>
      </p:sp>
      <p:pic>
        <p:nvPicPr>
          <p:cNvPr id="7" name="图片 6">
            <a:extLst>
              <a:ext uri="{FF2B5EF4-FFF2-40B4-BE49-F238E27FC236}">
                <a16:creationId xmlns:a16="http://schemas.microsoft.com/office/drawing/2014/main" id="{5BFD6432-982A-EC40-A705-60872D53A58C}"/>
              </a:ext>
            </a:extLst>
          </p:cNvPr>
          <p:cNvPicPr>
            <a:picLocks noChangeAspect="1"/>
          </p:cNvPicPr>
          <p:nvPr/>
        </p:nvPicPr>
        <p:blipFill>
          <a:blip r:embed="rId2"/>
          <a:stretch>
            <a:fillRect/>
          </a:stretch>
        </p:blipFill>
        <p:spPr>
          <a:xfrm>
            <a:off x="584752" y="2109210"/>
            <a:ext cx="11022496" cy="2306278"/>
          </a:xfrm>
          <a:prstGeom prst="rect">
            <a:avLst/>
          </a:prstGeom>
        </p:spPr>
      </p:pic>
    </p:spTree>
    <p:extLst>
      <p:ext uri="{BB962C8B-B14F-4D97-AF65-F5344CB8AC3E}">
        <p14:creationId xmlns:p14="http://schemas.microsoft.com/office/powerpoint/2010/main" val="44683671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1D39432-4792-004C-A585-DDDB7CD66711}"/>
              </a:ext>
            </a:extLst>
          </p:cNvPr>
          <p:cNvSpPr txBox="1"/>
          <p:nvPr/>
        </p:nvSpPr>
        <p:spPr>
          <a:xfrm>
            <a:off x="457200" y="536713"/>
            <a:ext cx="2236510" cy="584775"/>
          </a:xfrm>
          <a:prstGeom prst="rect">
            <a:avLst/>
          </a:prstGeom>
          <a:noFill/>
        </p:spPr>
        <p:txBody>
          <a:bodyPr wrap="none" rtlCol="0">
            <a:spAutoFit/>
          </a:bodyPr>
          <a:lstStyle/>
          <a:p>
            <a:r>
              <a:rPr kumimoji="1" lang="zh-CN" altLang="en-US" sz="3200" dirty="0">
                <a:latin typeface="Times New Roman" panose="02020603050405020304" pitchFamily="18" charset="0"/>
                <a:cs typeface="Times New Roman" panose="02020603050405020304" pitchFamily="18" charset="0"/>
              </a:rPr>
              <a:t>如何进入？</a:t>
            </a:r>
          </a:p>
        </p:txBody>
      </p:sp>
      <p:sp>
        <p:nvSpPr>
          <p:cNvPr id="13" name="灯片编号占位符 12">
            <a:extLst>
              <a:ext uri="{FF2B5EF4-FFF2-40B4-BE49-F238E27FC236}">
                <a16:creationId xmlns:a16="http://schemas.microsoft.com/office/drawing/2014/main" id="{A4B4BCEC-7FD0-C34D-9CB6-FA1C269BFC35}"/>
              </a:ext>
            </a:extLst>
          </p:cNvPr>
          <p:cNvSpPr>
            <a:spLocks noGrp="1"/>
          </p:cNvSpPr>
          <p:nvPr>
            <p:ph type="sldNum" sz="quarter" idx="12"/>
          </p:nvPr>
        </p:nvSpPr>
        <p:spPr>
          <a:xfrm>
            <a:off x="9448800" y="6492875"/>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60</a:t>
            </a:fld>
            <a:endParaRPr kumimoji="1" lang="zh-CN" altLang="en-US" dirty="0">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15B44958-CA5C-054F-9B39-C530A158E97D}"/>
              </a:ext>
            </a:extLst>
          </p:cNvPr>
          <p:cNvSpPr txBox="1"/>
          <p:nvPr/>
        </p:nvSpPr>
        <p:spPr>
          <a:xfrm>
            <a:off x="457200" y="1415294"/>
            <a:ext cx="1922321" cy="400110"/>
          </a:xfrm>
          <a:prstGeom prst="rect">
            <a:avLst/>
          </a:prstGeom>
          <a:noFill/>
        </p:spPr>
        <p:txBody>
          <a:bodyPr wrap="none" rtlCol="0">
            <a:spAutoFit/>
          </a:bodyPr>
          <a:lstStyle/>
          <a:p>
            <a:r>
              <a:rPr kumimoji="1" lang="zh-CN" altLang="en-US" sz="2000" dirty="0">
                <a:latin typeface="Times New Roman" panose="02020603050405020304" pitchFamily="18" charset="0"/>
                <a:cs typeface="Times New Roman" panose="02020603050405020304" pitchFamily="18" charset="0"/>
              </a:rPr>
              <a:t>进入函数</a:t>
            </a:r>
            <a:r>
              <a:rPr kumimoji="1" lang="en-US" altLang="zh-CN" sz="2000" dirty="0" err="1">
                <a:latin typeface="Times New Roman" panose="02020603050405020304" pitchFamily="18" charset="0"/>
                <a:cs typeface="Times New Roman" panose="02020603050405020304" pitchFamily="18" charset="0"/>
              </a:rPr>
              <a:t>qidong</a:t>
            </a:r>
            <a:endParaRPr kumimoji="1" lang="zh-CN" altLang="en-US" sz="2000" dirty="0">
              <a:latin typeface="Times New Roman" panose="02020603050405020304" pitchFamily="18" charset="0"/>
              <a:cs typeface="Times New Roman" panose="02020603050405020304" pitchFamily="18" charset="0"/>
            </a:endParaRPr>
          </a:p>
        </p:txBody>
      </p:sp>
      <p:pic>
        <p:nvPicPr>
          <p:cNvPr id="2" name="图片 1">
            <a:extLst>
              <a:ext uri="{FF2B5EF4-FFF2-40B4-BE49-F238E27FC236}">
                <a16:creationId xmlns:a16="http://schemas.microsoft.com/office/drawing/2014/main" id="{341E2249-94F1-124D-99AB-8ACD58DC955C}"/>
              </a:ext>
            </a:extLst>
          </p:cNvPr>
          <p:cNvPicPr>
            <a:picLocks noChangeAspect="1"/>
          </p:cNvPicPr>
          <p:nvPr/>
        </p:nvPicPr>
        <p:blipFill>
          <a:blip r:embed="rId2"/>
          <a:stretch>
            <a:fillRect/>
          </a:stretch>
        </p:blipFill>
        <p:spPr>
          <a:xfrm>
            <a:off x="594306" y="2109210"/>
            <a:ext cx="9994900" cy="1917700"/>
          </a:xfrm>
          <a:prstGeom prst="rect">
            <a:avLst/>
          </a:prstGeom>
        </p:spPr>
      </p:pic>
      <p:pic>
        <p:nvPicPr>
          <p:cNvPr id="3" name="图片 2">
            <a:extLst>
              <a:ext uri="{FF2B5EF4-FFF2-40B4-BE49-F238E27FC236}">
                <a16:creationId xmlns:a16="http://schemas.microsoft.com/office/drawing/2014/main" id="{0A30917A-DBAF-BB4D-A7F4-AF1A43D53A24}"/>
              </a:ext>
            </a:extLst>
          </p:cNvPr>
          <p:cNvPicPr>
            <a:picLocks noChangeAspect="1"/>
          </p:cNvPicPr>
          <p:nvPr/>
        </p:nvPicPr>
        <p:blipFill>
          <a:blip r:embed="rId3"/>
          <a:stretch>
            <a:fillRect/>
          </a:stretch>
        </p:blipFill>
        <p:spPr>
          <a:xfrm>
            <a:off x="594305" y="4421256"/>
            <a:ext cx="5481507" cy="400110"/>
          </a:xfrm>
          <a:prstGeom prst="rect">
            <a:avLst/>
          </a:prstGeom>
        </p:spPr>
      </p:pic>
      <p:sp>
        <p:nvSpPr>
          <p:cNvPr id="8" name="矩形 7">
            <a:extLst>
              <a:ext uri="{FF2B5EF4-FFF2-40B4-BE49-F238E27FC236}">
                <a16:creationId xmlns:a16="http://schemas.microsoft.com/office/drawing/2014/main" id="{C2552C7E-EA76-AF42-80A5-30050D6F214F}"/>
              </a:ext>
            </a:extLst>
          </p:cNvPr>
          <p:cNvSpPr/>
          <p:nvPr/>
        </p:nvSpPr>
        <p:spPr>
          <a:xfrm>
            <a:off x="3945835" y="2325758"/>
            <a:ext cx="3011557" cy="337930"/>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Times New Roman" panose="02020603050405020304" pitchFamily="18" charset="0"/>
              <a:cs typeface="Times New Roman" panose="02020603050405020304" pitchFamily="18" charset="0"/>
            </a:endParaRPr>
          </a:p>
        </p:txBody>
      </p:sp>
      <p:sp>
        <p:nvSpPr>
          <p:cNvPr id="5" name="文本框 4">
            <a:extLst>
              <a:ext uri="{FF2B5EF4-FFF2-40B4-BE49-F238E27FC236}">
                <a16:creationId xmlns:a16="http://schemas.microsoft.com/office/drawing/2014/main" id="{4B79EBBF-77F6-7141-A8B0-BD89CC8763D3}"/>
              </a:ext>
            </a:extLst>
          </p:cNvPr>
          <p:cNvSpPr txBox="1"/>
          <p:nvPr/>
        </p:nvSpPr>
        <p:spPr>
          <a:xfrm>
            <a:off x="594305" y="5168348"/>
            <a:ext cx="5041182" cy="461665"/>
          </a:xfrm>
          <a:prstGeom prst="rect">
            <a:avLst/>
          </a:prstGeom>
          <a:noFill/>
        </p:spPr>
        <p:txBody>
          <a:bodyPr wrap="square" rtlCol="0">
            <a:spAutoFit/>
          </a:bodyPr>
          <a:lstStyle/>
          <a:p>
            <a:r>
              <a:rPr kumimoji="1" lang="en-US" altLang="zh-CN" sz="2400" dirty="0">
                <a:latin typeface="Times New Roman" panose="02020603050405020304" pitchFamily="18" charset="0"/>
                <a:cs typeface="Times New Roman" panose="02020603050405020304" pitchFamily="18" charset="0"/>
              </a:rPr>
              <a:t>phase_2</a:t>
            </a:r>
            <a:r>
              <a:rPr kumimoji="1" lang="zh-CN" altLang="en-US" sz="2400" dirty="0">
                <a:latin typeface="Times New Roman" panose="02020603050405020304" pitchFamily="18" charset="0"/>
                <a:cs typeface="Times New Roman" panose="02020603050405020304" pitchFamily="18" charset="0"/>
              </a:rPr>
              <a:t>可能还需要输入一个字符串</a:t>
            </a:r>
          </a:p>
        </p:txBody>
      </p:sp>
    </p:spTree>
    <p:extLst>
      <p:ext uri="{BB962C8B-B14F-4D97-AF65-F5344CB8AC3E}">
        <p14:creationId xmlns:p14="http://schemas.microsoft.com/office/powerpoint/2010/main" val="295740867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1D39432-4792-004C-A585-DDDB7CD66711}"/>
              </a:ext>
            </a:extLst>
          </p:cNvPr>
          <p:cNvSpPr txBox="1"/>
          <p:nvPr/>
        </p:nvSpPr>
        <p:spPr>
          <a:xfrm>
            <a:off x="457200" y="536713"/>
            <a:ext cx="2236510" cy="584775"/>
          </a:xfrm>
          <a:prstGeom prst="rect">
            <a:avLst/>
          </a:prstGeom>
          <a:noFill/>
        </p:spPr>
        <p:txBody>
          <a:bodyPr wrap="none" rtlCol="0">
            <a:spAutoFit/>
          </a:bodyPr>
          <a:lstStyle/>
          <a:p>
            <a:r>
              <a:rPr kumimoji="1" lang="zh-CN" altLang="en-US" sz="3200" dirty="0">
                <a:latin typeface="Times New Roman" panose="02020603050405020304" pitchFamily="18" charset="0"/>
                <a:cs typeface="Times New Roman" panose="02020603050405020304" pitchFamily="18" charset="0"/>
              </a:rPr>
              <a:t>如何进入？</a:t>
            </a:r>
          </a:p>
        </p:txBody>
      </p:sp>
      <p:sp>
        <p:nvSpPr>
          <p:cNvPr id="13" name="灯片编号占位符 12">
            <a:extLst>
              <a:ext uri="{FF2B5EF4-FFF2-40B4-BE49-F238E27FC236}">
                <a16:creationId xmlns:a16="http://schemas.microsoft.com/office/drawing/2014/main" id="{A4B4BCEC-7FD0-C34D-9CB6-FA1C269BFC35}"/>
              </a:ext>
            </a:extLst>
          </p:cNvPr>
          <p:cNvSpPr>
            <a:spLocks noGrp="1"/>
          </p:cNvSpPr>
          <p:nvPr>
            <p:ph type="sldNum" sz="quarter" idx="12"/>
          </p:nvPr>
        </p:nvSpPr>
        <p:spPr>
          <a:xfrm>
            <a:off x="9448800" y="6492875"/>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61</a:t>
            </a:fld>
            <a:endParaRPr kumimoji="1" lang="zh-CN" altLang="en-US" dirty="0">
              <a:latin typeface="Times New Roman" panose="02020603050405020304" pitchFamily="18" charset="0"/>
              <a:cs typeface="Times New Roman" panose="02020603050405020304" pitchFamily="18" charset="0"/>
            </a:endParaRPr>
          </a:p>
        </p:txBody>
      </p:sp>
      <p:pic>
        <p:nvPicPr>
          <p:cNvPr id="5" name="图片 4">
            <a:extLst>
              <a:ext uri="{FF2B5EF4-FFF2-40B4-BE49-F238E27FC236}">
                <a16:creationId xmlns:a16="http://schemas.microsoft.com/office/drawing/2014/main" id="{DF951F69-22AB-7A40-A01F-BEC7B34F9BCB}"/>
              </a:ext>
            </a:extLst>
          </p:cNvPr>
          <p:cNvPicPr>
            <a:picLocks noChangeAspect="1"/>
          </p:cNvPicPr>
          <p:nvPr/>
        </p:nvPicPr>
        <p:blipFill>
          <a:blip r:embed="rId2"/>
          <a:stretch>
            <a:fillRect/>
          </a:stretch>
        </p:blipFill>
        <p:spPr>
          <a:xfrm>
            <a:off x="556591" y="1388165"/>
            <a:ext cx="9906000" cy="3505200"/>
          </a:xfrm>
          <a:prstGeom prst="rect">
            <a:avLst/>
          </a:prstGeom>
        </p:spPr>
      </p:pic>
    </p:spTree>
    <p:extLst>
      <p:ext uri="{BB962C8B-B14F-4D97-AF65-F5344CB8AC3E}">
        <p14:creationId xmlns:p14="http://schemas.microsoft.com/office/powerpoint/2010/main" val="288660410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1D39432-4792-004C-A585-DDDB7CD66711}"/>
              </a:ext>
            </a:extLst>
          </p:cNvPr>
          <p:cNvSpPr txBox="1"/>
          <p:nvPr/>
        </p:nvSpPr>
        <p:spPr>
          <a:xfrm>
            <a:off x="457200" y="536713"/>
            <a:ext cx="2236510" cy="584775"/>
          </a:xfrm>
          <a:prstGeom prst="rect">
            <a:avLst/>
          </a:prstGeom>
          <a:noFill/>
        </p:spPr>
        <p:txBody>
          <a:bodyPr wrap="none" rtlCol="0">
            <a:spAutoFit/>
          </a:bodyPr>
          <a:lstStyle/>
          <a:p>
            <a:r>
              <a:rPr kumimoji="1" lang="zh-CN" altLang="en-US" sz="3200" dirty="0">
                <a:latin typeface="Times New Roman" panose="02020603050405020304" pitchFamily="18" charset="0"/>
                <a:cs typeface="Times New Roman" panose="02020603050405020304" pitchFamily="18" charset="0"/>
              </a:rPr>
              <a:t>如何进入？</a:t>
            </a:r>
          </a:p>
        </p:txBody>
      </p:sp>
      <p:sp>
        <p:nvSpPr>
          <p:cNvPr id="13" name="灯片编号占位符 12">
            <a:extLst>
              <a:ext uri="{FF2B5EF4-FFF2-40B4-BE49-F238E27FC236}">
                <a16:creationId xmlns:a16="http://schemas.microsoft.com/office/drawing/2014/main" id="{A4B4BCEC-7FD0-C34D-9CB6-FA1C269BFC35}"/>
              </a:ext>
            </a:extLst>
          </p:cNvPr>
          <p:cNvSpPr>
            <a:spLocks noGrp="1"/>
          </p:cNvSpPr>
          <p:nvPr>
            <p:ph type="sldNum" sz="quarter" idx="12"/>
          </p:nvPr>
        </p:nvSpPr>
        <p:spPr>
          <a:xfrm>
            <a:off x="9448800" y="6492875"/>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62</a:t>
            </a:fld>
            <a:endParaRPr kumimoji="1" lang="zh-CN" altLang="en-US" dirty="0">
              <a:latin typeface="Times New Roman" panose="02020603050405020304" pitchFamily="18" charset="0"/>
              <a:cs typeface="Times New Roman" panose="02020603050405020304" pitchFamily="18" charset="0"/>
            </a:endParaRPr>
          </a:p>
        </p:txBody>
      </p:sp>
      <p:pic>
        <p:nvPicPr>
          <p:cNvPr id="6" name="图片 5">
            <a:extLst>
              <a:ext uri="{FF2B5EF4-FFF2-40B4-BE49-F238E27FC236}">
                <a16:creationId xmlns:a16="http://schemas.microsoft.com/office/drawing/2014/main" id="{4A24316B-5CFE-C84E-8C22-047556025E59}"/>
              </a:ext>
            </a:extLst>
          </p:cNvPr>
          <p:cNvPicPr>
            <a:picLocks noChangeAspect="1"/>
          </p:cNvPicPr>
          <p:nvPr/>
        </p:nvPicPr>
        <p:blipFill>
          <a:blip r:embed="rId2"/>
          <a:stretch>
            <a:fillRect/>
          </a:stretch>
        </p:blipFill>
        <p:spPr>
          <a:xfrm>
            <a:off x="538922" y="1282700"/>
            <a:ext cx="10160000" cy="4292600"/>
          </a:xfrm>
          <a:prstGeom prst="rect">
            <a:avLst/>
          </a:prstGeom>
        </p:spPr>
      </p:pic>
      <p:sp>
        <p:nvSpPr>
          <p:cNvPr id="2" name="矩形 1">
            <a:extLst>
              <a:ext uri="{FF2B5EF4-FFF2-40B4-BE49-F238E27FC236}">
                <a16:creationId xmlns:a16="http://schemas.microsoft.com/office/drawing/2014/main" id="{B1CBBA27-E8D0-2445-BC33-743C8D0534DD}"/>
              </a:ext>
            </a:extLst>
          </p:cNvPr>
          <p:cNvSpPr/>
          <p:nvPr/>
        </p:nvSpPr>
        <p:spPr>
          <a:xfrm>
            <a:off x="3985591" y="1759226"/>
            <a:ext cx="2792896" cy="357809"/>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3" name="图片 2">
            <a:extLst>
              <a:ext uri="{FF2B5EF4-FFF2-40B4-BE49-F238E27FC236}">
                <a16:creationId xmlns:a16="http://schemas.microsoft.com/office/drawing/2014/main" id="{62E5B030-6799-0E4B-9612-E51410D63BFA}"/>
              </a:ext>
            </a:extLst>
          </p:cNvPr>
          <p:cNvPicPr>
            <a:picLocks noChangeAspect="1"/>
          </p:cNvPicPr>
          <p:nvPr/>
        </p:nvPicPr>
        <p:blipFill>
          <a:blip r:embed="rId3"/>
          <a:stretch>
            <a:fillRect/>
          </a:stretch>
        </p:blipFill>
        <p:spPr>
          <a:xfrm>
            <a:off x="538921" y="5640386"/>
            <a:ext cx="6025591" cy="411439"/>
          </a:xfrm>
          <a:prstGeom prst="rect">
            <a:avLst/>
          </a:prstGeom>
        </p:spPr>
      </p:pic>
      <p:sp>
        <p:nvSpPr>
          <p:cNvPr id="9" name="文本框 8">
            <a:extLst>
              <a:ext uri="{FF2B5EF4-FFF2-40B4-BE49-F238E27FC236}">
                <a16:creationId xmlns:a16="http://schemas.microsoft.com/office/drawing/2014/main" id="{52E3CE33-52D2-4C46-A018-D78DEC65E350}"/>
              </a:ext>
            </a:extLst>
          </p:cNvPr>
          <p:cNvSpPr txBox="1"/>
          <p:nvPr/>
        </p:nvSpPr>
        <p:spPr>
          <a:xfrm>
            <a:off x="457199" y="6174268"/>
            <a:ext cx="11022497" cy="461665"/>
          </a:xfrm>
          <a:prstGeom prst="rect">
            <a:avLst/>
          </a:prstGeom>
          <a:noFill/>
        </p:spPr>
        <p:txBody>
          <a:bodyPr wrap="square" rtlCol="0">
            <a:spAutoFit/>
          </a:bodyPr>
          <a:lstStyle/>
          <a:p>
            <a:r>
              <a:rPr kumimoji="1" lang="en-US" altLang="zh-CN" sz="2400" dirty="0">
                <a:latin typeface="Times New Roman" panose="02020603050405020304" pitchFamily="18" charset="0"/>
                <a:cs typeface="Times New Roman" panose="02020603050405020304" pitchFamily="18" charset="0"/>
              </a:rPr>
              <a:t>phase_2</a:t>
            </a:r>
            <a:r>
              <a:rPr kumimoji="1" lang="zh-CN" altLang="en-US" sz="2400" dirty="0">
                <a:latin typeface="Times New Roman" panose="02020603050405020304" pitchFamily="18" charset="0"/>
                <a:cs typeface="Times New Roman" panose="02020603050405020304" pitchFamily="18" charset="0"/>
              </a:rPr>
              <a:t>需要多输入的字符串是</a:t>
            </a:r>
            <a:r>
              <a:rPr lang="es-ES" altLang="zh-CN" sz="2400" dirty="0">
                <a:effectLst/>
                <a:latin typeface="Times New Roman" panose="02020603050405020304" pitchFamily="18" charset="0"/>
                <a:cs typeface="Times New Roman" panose="02020603050405020304" pitchFamily="18" charset="0"/>
              </a:rPr>
              <a:t>...TheRightThing2DoAreUsuallyThe3ameThing?</a:t>
            </a:r>
          </a:p>
        </p:txBody>
      </p:sp>
    </p:spTree>
    <p:extLst>
      <p:ext uri="{BB962C8B-B14F-4D97-AF65-F5344CB8AC3E}">
        <p14:creationId xmlns:p14="http://schemas.microsoft.com/office/powerpoint/2010/main" val="202263944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1D39432-4792-004C-A585-DDDB7CD66711}"/>
              </a:ext>
            </a:extLst>
          </p:cNvPr>
          <p:cNvSpPr txBox="1"/>
          <p:nvPr/>
        </p:nvSpPr>
        <p:spPr>
          <a:xfrm>
            <a:off x="457200" y="536713"/>
            <a:ext cx="2236510" cy="584775"/>
          </a:xfrm>
          <a:prstGeom prst="rect">
            <a:avLst/>
          </a:prstGeom>
          <a:noFill/>
        </p:spPr>
        <p:txBody>
          <a:bodyPr wrap="none" rtlCol="0">
            <a:spAutoFit/>
          </a:bodyPr>
          <a:lstStyle/>
          <a:p>
            <a:r>
              <a:rPr kumimoji="1" lang="zh-CN" altLang="en-US" sz="3200" dirty="0">
                <a:latin typeface="Times New Roman" panose="02020603050405020304" pitchFamily="18" charset="0"/>
                <a:cs typeface="Times New Roman" panose="02020603050405020304" pitchFamily="18" charset="0"/>
              </a:rPr>
              <a:t>如何进入？</a:t>
            </a:r>
          </a:p>
        </p:txBody>
      </p:sp>
      <p:sp>
        <p:nvSpPr>
          <p:cNvPr id="13" name="灯片编号占位符 12">
            <a:extLst>
              <a:ext uri="{FF2B5EF4-FFF2-40B4-BE49-F238E27FC236}">
                <a16:creationId xmlns:a16="http://schemas.microsoft.com/office/drawing/2014/main" id="{A4B4BCEC-7FD0-C34D-9CB6-FA1C269BFC35}"/>
              </a:ext>
            </a:extLst>
          </p:cNvPr>
          <p:cNvSpPr>
            <a:spLocks noGrp="1"/>
          </p:cNvSpPr>
          <p:nvPr>
            <p:ph type="sldNum" sz="quarter" idx="12"/>
          </p:nvPr>
        </p:nvSpPr>
        <p:spPr>
          <a:xfrm>
            <a:off x="9448800" y="6492875"/>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63</a:t>
            </a:fld>
            <a:endParaRPr kumimoji="1" lang="zh-CN" altLang="en-US" dirty="0">
              <a:latin typeface="Times New Roman" panose="02020603050405020304" pitchFamily="18" charset="0"/>
              <a:cs typeface="Times New Roman" panose="02020603050405020304" pitchFamily="18" charset="0"/>
            </a:endParaRPr>
          </a:p>
        </p:txBody>
      </p:sp>
      <p:pic>
        <p:nvPicPr>
          <p:cNvPr id="6" name="图片 5">
            <a:extLst>
              <a:ext uri="{FF2B5EF4-FFF2-40B4-BE49-F238E27FC236}">
                <a16:creationId xmlns:a16="http://schemas.microsoft.com/office/drawing/2014/main" id="{4A24316B-5CFE-C84E-8C22-047556025E59}"/>
              </a:ext>
            </a:extLst>
          </p:cNvPr>
          <p:cNvPicPr>
            <a:picLocks noChangeAspect="1"/>
          </p:cNvPicPr>
          <p:nvPr/>
        </p:nvPicPr>
        <p:blipFill>
          <a:blip r:embed="rId2"/>
          <a:stretch>
            <a:fillRect/>
          </a:stretch>
        </p:blipFill>
        <p:spPr>
          <a:xfrm>
            <a:off x="538922" y="1282700"/>
            <a:ext cx="10160000" cy="4292600"/>
          </a:xfrm>
          <a:prstGeom prst="rect">
            <a:avLst/>
          </a:prstGeom>
        </p:spPr>
      </p:pic>
      <p:sp>
        <p:nvSpPr>
          <p:cNvPr id="2" name="矩形 1">
            <a:extLst>
              <a:ext uri="{FF2B5EF4-FFF2-40B4-BE49-F238E27FC236}">
                <a16:creationId xmlns:a16="http://schemas.microsoft.com/office/drawing/2014/main" id="{B1CBBA27-E8D0-2445-BC33-743C8D0534DD}"/>
              </a:ext>
            </a:extLst>
          </p:cNvPr>
          <p:cNvSpPr/>
          <p:nvPr/>
        </p:nvSpPr>
        <p:spPr>
          <a:xfrm>
            <a:off x="3985591" y="1759226"/>
            <a:ext cx="2792896" cy="357809"/>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3" name="图片 2">
            <a:extLst>
              <a:ext uri="{FF2B5EF4-FFF2-40B4-BE49-F238E27FC236}">
                <a16:creationId xmlns:a16="http://schemas.microsoft.com/office/drawing/2014/main" id="{62E5B030-6799-0E4B-9612-E51410D63BFA}"/>
              </a:ext>
            </a:extLst>
          </p:cNvPr>
          <p:cNvPicPr>
            <a:picLocks noChangeAspect="1"/>
          </p:cNvPicPr>
          <p:nvPr/>
        </p:nvPicPr>
        <p:blipFill>
          <a:blip r:embed="rId3"/>
          <a:stretch>
            <a:fillRect/>
          </a:stretch>
        </p:blipFill>
        <p:spPr>
          <a:xfrm>
            <a:off x="538921" y="5640386"/>
            <a:ext cx="6025591" cy="411439"/>
          </a:xfrm>
          <a:prstGeom prst="rect">
            <a:avLst/>
          </a:prstGeom>
        </p:spPr>
      </p:pic>
      <p:sp>
        <p:nvSpPr>
          <p:cNvPr id="9" name="文本框 8">
            <a:extLst>
              <a:ext uri="{FF2B5EF4-FFF2-40B4-BE49-F238E27FC236}">
                <a16:creationId xmlns:a16="http://schemas.microsoft.com/office/drawing/2014/main" id="{52E3CE33-52D2-4C46-A018-D78DEC65E350}"/>
              </a:ext>
            </a:extLst>
          </p:cNvPr>
          <p:cNvSpPr txBox="1"/>
          <p:nvPr/>
        </p:nvSpPr>
        <p:spPr>
          <a:xfrm>
            <a:off x="457199" y="6174268"/>
            <a:ext cx="11022497" cy="461665"/>
          </a:xfrm>
          <a:prstGeom prst="rect">
            <a:avLst/>
          </a:prstGeom>
          <a:noFill/>
        </p:spPr>
        <p:txBody>
          <a:bodyPr wrap="square" rtlCol="0">
            <a:spAutoFit/>
          </a:bodyPr>
          <a:lstStyle/>
          <a:p>
            <a:r>
              <a:rPr kumimoji="1" lang="en-US" altLang="zh-CN" sz="2400" dirty="0">
                <a:latin typeface="Times New Roman" panose="02020603050405020304" pitchFamily="18" charset="0"/>
                <a:cs typeface="Times New Roman" panose="02020603050405020304" pitchFamily="18" charset="0"/>
              </a:rPr>
              <a:t>phase_2</a:t>
            </a:r>
            <a:r>
              <a:rPr kumimoji="1" lang="zh-CN" altLang="en-US" sz="2400" dirty="0">
                <a:latin typeface="Times New Roman" panose="02020603050405020304" pitchFamily="18" charset="0"/>
                <a:cs typeface="Times New Roman" panose="02020603050405020304" pitchFamily="18" charset="0"/>
              </a:rPr>
              <a:t>需要多输入的字符串是</a:t>
            </a:r>
            <a:r>
              <a:rPr lang="es-ES" altLang="zh-CN" sz="2400" dirty="0">
                <a:effectLst/>
                <a:latin typeface="Times New Roman" panose="02020603050405020304" pitchFamily="18" charset="0"/>
                <a:cs typeface="Times New Roman" panose="02020603050405020304" pitchFamily="18" charset="0"/>
              </a:rPr>
              <a:t>...TheRightThing2DoAreUsuallyThe3ameThing?</a:t>
            </a:r>
          </a:p>
        </p:txBody>
      </p:sp>
    </p:spTree>
    <p:extLst>
      <p:ext uri="{BB962C8B-B14F-4D97-AF65-F5344CB8AC3E}">
        <p14:creationId xmlns:p14="http://schemas.microsoft.com/office/powerpoint/2010/main" val="375389362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1D39432-4792-004C-A585-DDDB7CD66711}"/>
              </a:ext>
            </a:extLst>
          </p:cNvPr>
          <p:cNvSpPr txBox="1"/>
          <p:nvPr/>
        </p:nvSpPr>
        <p:spPr>
          <a:xfrm>
            <a:off x="457200" y="536713"/>
            <a:ext cx="2236510" cy="584775"/>
          </a:xfrm>
          <a:prstGeom prst="rect">
            <a:avLst/>
          </a:prstGeom>
          <a:noFill/>
        </p:spPr>
        <p:txBody>
          <a:bodyPr wrap="none" rtlCol="0">
            <a:spAutoFit/>
          </a:bodyPr>
          <a:lstStyle/>
          <a:p>
            <a:r>
              <a:rPr kumimoji="1" lang="zh-CN" altLang="en-US" sz="3200" dirty="0">
                <a:latin typeface="Times New Roman" panose="02020603050405020304" pitchFamily="18" charset="0"/>
                <a:cs typeface="Times New Roman" panose="02020603050405020304" pitchFamily="18" charset="0"/>
              </a:rPr>
              <a:t>如何进入？</a:t>
            </a:r>
          </a:p>
        </p:txBody>
      </p:sp>
      <p:sp>
        <p:nvSpPr>
          <p:cNvPr id="13" name="灯片编号占位符 12">
            <a:extLst>
              <a:ext uri="{FF2B5EF4-FFF2-40B4-BE49-F238E27FC236}">
                <a16:creationId xmlns:a16="http://schemas.microsoft.com/office/drawing/2014/main" id="{A4B4BCEC-7FD0-C34D-9CB6-FA1C269BFC35}"/>
              </a:ext>
            </a:extLst>
          </p:cNvPr>
          <p:cNvSpPr>
            <a:spLocks noGrp="1"/>
          </p:cNvSpPr>
          <p:nvPr>
            <p:ph type="sldNum" sz="quarter" idx="12"/>
          </p:nvPr>
        </p:nvSpPr>
        <p:spPr>
          <a:xfrm>
            <a:off x="9448800" y="6492875"/>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64</a:t>
            </a:fld>
            <a:endParaRPr kumimoji="1" lang="zh-CN" altLang="en-US" dirty="0">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15B44958-CA5C-054F-9B39-C530A158E97D}"/>
              </a:ext>
            </a:extLst>
          </p:cNvPr>
          <p:cNvSpPr txBox="1"/>
          <p:nvPr/>
        </p:nvSpPr>
        <p:spPr>
          <a:xfrm>
            <a:off x="457200" y="1415294"/>
            <a:ext cx="2733441" cy="400110"/>
          </a:xfrm>
          <a:prstGeom prst="rect">
            <a:avLst/>
          </a:prstGeom>
          <a:noFill/>
        </p:spPr>
        <p:txBody>
          <a:bodyPr wrap="none" rtlCol="0">
            <a:spAutoFit/>
          </a:bodyPr>
          <a:lstStyle/>
          <a:p>
            <a:r>
              <a:rPr kumimoji="1" lang="zh-CN" altLang="en-US" sz="2000" dirty="0">
                <a:latin typeface="Times New Roman" panose="02020603050405020304" pitchFamily="18" charset="0"/>
                <a:cs typeface="Times New Roman" panose="02020603050405020304" pitchFamily="18" charset="0"/>
              </a:rPr>
              <a:t>回到函数</a:t>
            </a:r>
            <a:r>
              <a:rPr kumimoji="1" lang="en-US" altLang="zh-CN" sz="2000" dirty="0" err="1">
                <a:latin typeface="Times New Roman" panose="02020603050405020304" pitchFamily="18" charset="0"/>
                <a:cs typeface="Times New Roman" panose="02020603050405020304" pitchFamily="18" charset="0"/>
              </a:rPr>
              <a:t>phase_dufused</a:t>
            </a:r>
            <a:endParaRPr kumimoji="1" lang="zh-CN" altLang="en-US" sz="2000" dirty="0">
              <a:latin typeface="Times New Roman" panose="02020603050405020304" pitchFamily="18" charset="0"/>
              <a:cs typeface="Times New Roman" panose="02020603050405020304" pitchFamily="18" charset="0"/>
            </a:endParaRPr>
          </a:p>
        </p:txBody>
      </p:sp>
      <p:pic>
        <p:nvPicPr>
          <p:cNvPr id="2" name="图片 1">
            <a:extLst>
              <a:ext uri="{FF2B5EF4-FFF2-40B4-BE49-F238E27FC236}">
                <a16:creationId xmlns:a16="http://schemas.microsoft.com/office/drawing/2014/main" id="{6B9BB47C-48BB-5447-A9D8-6E1D23972BD9}"/>
              </a:ext>
            </a:extLst>
          </p:cNvPr>
          <p:cNvPicPr>
            <a:picLocks noChangeAspect="1"/>
          </p:cNvPicPr>
          <p:nvPr/>
        </p:nvPicPr>
        <p:blipFill>
          <a:blip r:embed="rId2"/>
          <a:stretch>
            <a:fillRect/>
          </a:stretch>
        </p:blipFill>
        <p:spPr>
          <a:xfrm>
            <a:off x="549137" y="1888158"/>
            <a:ext cx="10477500" cy="3340100"/>
          </a:xfrm>
          <a:prstGeom prst="rect">
            <a:avLst/>
          </a:prstGeom>
        </p:spPr>
      </p:pic>
    </p:spTree>
    <p:extLst>
      <p:ext uri="{BB962C8B-B14F-4D97-AF65-F5344CB8AC3E}">
        <p14:creationId xmlns:p14="http://schemas.microsoft.com/office/powerpoint/2010/main" val="265384108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1D39432-4792-004C-A585-DDDB7CD66711}"/>
              </a:ext>
            </a:extLst>
          </p:cNvPr>
          <p:cNvSpPr txBox="1"/>
          <p:nvPr/>
        </p:nvSpPr>
        <p:spPr>
          <a:xfrm>
            <a:off x="457200" y="536713"/>
            <a:ext cx="2236510" cy="584775"/>
          </a:xfrm>
          <a:prstGeom prst="rect">
            <a:avLst/>
          </a:prstGeom>
          <a:noFill/>
        </p:spPr>
        <p:txBody>
          <a:bodyPr wrap="none" rtlCol="0">
            <a:spAutoFit/>
          </a:bodyPr>
          <a:lstStyle/>
          <a:p>
            <a:r>
              <a:rPr kumimoji="1" lang="zh-CN" altLang="en-US" sz="3200" dirty="0">
                <a:latin typeface="Times New Roman" panose="02020603050405020304" pitchFamily="18" charset="0"/>
                <a:cs typeface="Times New Roman" panose="02020603050405020304" pitchFamily="18" charset="0"/>
              </a:rPr>
              <a:t>如何进入？</a:t>
            </a:r>
          </a:p>
        </p:txBody>
      </p:sp>
      <p:sp>
        <p:nvSpPr>
          <p:cNvPr id="13" name="灯片编号占位符 12">
            <a:extLst>
              <a:ext uri="{FF2B5EF4-FFF2-40B4-BE49-F238E27FC236}">
                <a16:creationId xmlns:a16="http://schemas.microsoft.com/office/drawing/2014/main" id="{A4B4BCEC-7FD0-C34D-9CB6-FA1C269BFC35}"/>
              </a:ext>
            </a:extLst>
          </p:cNvPr>
          <p:cNvSpPr>
            <a:spLocks noGrp="1"/>
          </p:cNvSpPr>
          <p:nvPr>
            <p:ph type="sldNum" sz="quarter" idx="12"/>
          </p:nvPr>
        </p:nvSpPr>
        <p:spPr>
          <a:xfrm>
            <a:off x="9448800" y="6492875"/>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65</a:t>
            </a:fld>
            <a:endParaRPr kumimoji="1" lang="zh-CN" altLang="en-US" dirty="0">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EB04169A-7B49-064A-B9D1-18B6C7E3A52A}"/>
              </a:ext>
            </a:extLst>
          </p:cNvPr>
          <p:cNvPicPr>
            <a:picLocks noChangeAspect="1"/>
          </p:cNvPicPr>
          <p:nvPr/>
        </p:nvPicPr>
        <p:blipFill>
          <a:blip r:embed="rId2"/>
          <a:stretch>
            <a:fillRect/>
          </a:stretch>
        </p:blipFill>
        <p:spPr>
          <a:xfrm>
            <a:off x="619539" y="1393135"/>
            <a:ext cx="10134600" cy="2362200"/>
          </a:xfrm>
          <a:prstGeom prst="rect">
            <a:avLst/>
          </a:prstGeom>
        </p:spPr>
      </p:pic>
      <p:pic>
        <p:nvPicPr>
          <p:cNvPr id="5" name="图片 4">
            <a:extLst>
              <a:ext uri="{FF2B5EF4-FFF2-40B4-BE49-F238E27FC236}">
                <a16:creationId xmlns:a16="http://schemas.microsoft.com/office/drawing/2014/main" id="{237ABDE5-9E5F-5C4A-ADC4-9D4C700D446D}"/>
              </a:ext>
            </a:extLst>
          </p:cNvPr>
          <p:cNvPicPr>
            <a:picLocks noChangeAspect="1"/>
          </p:cNvPicPr>
          <p:nvPr/>
        </p:nvPicPr>
        <p:blipFill>
          <a:blip r:embed="rId3"/>
          <a:stretch>
            <a:fillRect/>
          </a:stretch>
        </p:blipFill>
        <p:spPr>
          <a:xfrm>
            <a:off x="619539" y="3755335"/>
            <a:ext cx="5676900" cy="419100"/>
          </a:xfrm>
          <a:prstGeom prst="rect">
            <a:avLst/>
          </a:prstGeom>
        </p:spPr>
      </p:pic>
    </p:spTree>
    <p:extLst>
      <p:ext uri="{BB962C8B-B14F-4D97-AF65-F5344CB8AC3E}">
        <p14:creationId xmlns:p14="http://schemas.microsoft.com/office/powerpoint/2010/main" val="207528362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1D39432-4792-004C-A585-DDDB7CD66711}"/>
              </a:ext>
            </a:extLst>
          </p:cNvPr>
          <p:cNvSpPr txBox="1"/>
          <p:nvPr/>
        </p:nvSpPr>
        <p:spPr>
          <a:xfrm>
            <a:off x="457200" y="536713"/>
            <a:ext cx="1826141" cy="584775"/>
          </a:xfrm>
          <a:prstGeom prst="rect">
            <a:avLst/>
          </a:prstGeom>
          <a:noFill/>
        </p:spPr>
        <p:txBody>
          <a:bodyPr wrap="none" rtlCol="0">
            <a:spAutoFit/>
          </a:bodyPr>
          <a:lstStyle/>
          <a:p>
            <a:r>
              <a:rPr kumimoji="1" lang="zh-CN" altLang="en-US" sz="3200" dirty="0">
                <a:latin typeface="Times New Roman" panose="02020603050405020304" pitchFamily="18" charset="0"/>
                <a:cs typeface="Times New Roman" panose="02020603050405020304" pitchFamily="18" charset="0"/>
              </a:rPr>
              <a:t>解题思路</a:t>
            </a:r>
          </a:p>
        </p:txBody>
      </p:sp>
      <p:sp>
        <p:nvSpPr>
          <p:cNvPr id="13" name="灯片编号占位符 12">
            <a:extLst>
              <a:ext uri="{FF2B5EF4-FFF2-40B4-BE49-F238E27FC236}">
                <a16:creationId xmlns:a16="http://schemas.microsoft.com/office/drawing/2014/main" id="{A4B4BCEC-7FD0-C34D-9CB6-FA1C269BFC35}"/>
              </a:ext>
            </a:extLst>
          </p:cNvPr>
          <p:cNvSpPr>
            <a:spLocks noGrp="1"/>
          </p:cNvSpPr>
          <p:nvPr>
            <p:ph type="sldNum" sz="quarter" idx="12"/>
          </p:nvPr>
        </p:nvSpPr>
        <p:spPr>
          <a:xfrm>
            <a:off x="9448800" y="6492875"/>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66</a:t>
            </a:fld>
            <a:endParaRPr kumimoji="1" lang="zh-CN" altLang="en-US" dirty="0">
              <a:latin typeface="Times New Roman" panose="02020603050405020304" pitchFamily="18" charset="0"/>
              <a:cs typeface="Times New Roman" panose="02020603050405020304" pitchFamily="18" charset="0"/>
            </a:endParaRPr>
          </a:p>
        </p:txBody>
      </p:sp>
      <p:pic>
        <p:nvPicPr>
          <p:cNvPr id="2" name="图片 1">
            <a:extLst>
              <a:ext uri="{FF2B5EF4-FFF2-40B4-BE49-F238E27FC236}">
                <a16:creationId xmlns:a16="http://schemas.microsoft.com/office/drawing/2014/main" id="{26EB8270-D99B-A54E-B3E4-32677836278C}"/>
              </a:ext>
            </a:extLst>
          </p:cNvPr>
          <p:cNvPicPr>
            <a:picLocks noChangeAspect="1"/>
          </p:cNvPicPr>
          <p:nvPr/>
        </p:nvPicPr>
        <p:blipFill>
          <a:blip r:embed="rId2"/>
          <a:stretch>
            <a:fillRect/>
          </a:stretch>
        </p:blipFill>
        <p:spPr>
          <a:xfrm>
            <a:off x="1295400" y="1540289"/>
            <a:ext cx="9601200" cy="2425700"/>
          </a:xfrm>
          <a:prstGeom prst="rect">
            <a:avLst/>
          </a:prstGeom>
        </p:spPr>
      </p:pic>
      <p:pic>
        <p:nvPicPr>
          <p:cNvPr id="6" name="图片 5">
            <a:extLst>
              <a:ext uri="{FF2B5EF4-FFF2-40B4-BE49-F238E27FC236}">
                <a16:creationId xmlns:a16="http://schemas.microsoft.com/office/drawing/2014/main" id="{99B96D00-5F01-CB40-9ED3-7552DA512025}"/>
              </a:ext>
            </a:extLst>
          </p:cNvPr>
          <p:cNvPicPr>
            <a:picLocks noChangeAspect="1"/>
          </p:cNvPicPr>
          <p:nvPr/>
        </p:nvPicPr>
        <p:blipFill>
          <a:blip r:embed="rId3"/>
          <a:stretch>
            <a:fillRect/>
          </a:stretch>
        </p:blipFill>
        <p:spPr>
          <a:xfrm>
            <a:off x="1282700" y="4008437"/>
            <a:ext cx="7056230" cy="1957475"/>
          </a:xfrm>
          <a:prstGeom prst="rect">
            <a:avLst/>
          </a:prstGeom>
        </p:spPr>
      </p:pic>
      <p:sp>
        <p:nvSpPr>
          <p:cNvPr id="7" name="文本框 6">
            <a:extLst>
              <a:ext uri="{FF2B5EF4-FFF2-40B4-BE49-F238E27FC236}">
                <a16:creationId xmlns:a16="http://schemas.microsoft.com/office/drawing/2014/main" id="{9E002141-7BF0-A44B-88BF-C424919329E9}"/>
              </a:ext>
            </a:extLst>
          </p:cNvPr>
          <p:cNvSpPr txBox="1"/>
          <p:nvPr/>
        </p:nvSpPr>
        <p:spPr>
          <a:xfrm>
            <a:off x="9362661" y="4725294"/>
            <a:ext cx="1120820" cy="369332"/>
          </a:xfrm>
          <a:prstGeom prst="rect">
            <a:avLst/>
          </a:prstGeom>
          <a:noFill/>
        </p:spPr>
        <p:txBody>
          <a:bodyPr wrap="none" rtlCol="0">
            <a:spAutoFit/>
          </a:bodyPr>
          <a:lstStyle/>
          <a:p>
            <a:r>
              <a:rPr kumimoji="1" lang="zh-CN" altLang="en-US" dirty="0">
                <a:latin typeface="Times New Roman" panose="02020603050405020304" pitchFamily="18" charset="0"/>
                <a:cs typeface="Times New Roman" panose="02020603050405020304" pitchFamily="18" charset="0"/>
              </a:rPr>
              <a:t>答案：</a:t>
            </a:r>
            <a:r>
              <a:rPr kumimoji="1" lang="en-US" altLang="zh-CN" dirty="0">
                <a:latin typeface="Times New Roman" panose="02020603050405020304" pitchFamily="18" charset="0"/>
                <a:cs typeface="Times New Roman" panose="02020603050405020304" pitchFamily="18" charset="0"/>
              </a:rPr>
              <a:t>63</a:t>
            </a:r>
            <a:endParaRPr kumimoji="1"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895123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1D39432-4792-004C-A585-DDDB7CD66711}"/>
              </a:ext>
            </a:extLst>
          </p:cNvPr>
          <p:cNvSpPr txBox="1"/>
          <p:nvPr/>
        </p:nvSpPr>
        <p:spPr>
          <a:xfrm>
            <a:off x="451455" y="655983"/>
            <a:ext cx="1005403" cy="584775"/>
          </a:xfrm>
          <a:prstGeom prst="rect">
            <a:avLst/>
          </a:prstGeom>
          <a:noFill/>
        </p:spPr>
        <p:txBody>
          <a:bodyPr wrap="none" rtlCol="0">
            <a:spAutoFit/>
          </a:bodyPr>
          <a:lstStyle/>
          <a:p>
            <a:r>
              <a:rPr kumimoji="1" lang="zh-CN" altLang="en-US" sz="3200" dirty="0">
                <a:latin typeface="Times New Roman" panose="02020603050405020304" pitchFamily="18" charset="0"/>
                <a:cs typeface="Times New Roman" panose="02020603050405020304" pitchFamily="18" charset="0"/>
              </a:rPr>
              <a:t>总结</a:t>
            </a:r>
          </a:p>
        </p:txBody>
      </p:sp>
      <p:sp>
        <p:nvSpPr>
          <p:cNvPr id="13" name="灯片编号占位符 12">
            <a:extLst>
              <a:ext uri="{FF2B5EF4-FFF2-40B4-BE49-F238E27FC236}">
                <a16:creationId xmlns:a16="http://schemas.microsoft.com/office/drawing/2014/main" id="{A4B4BCEC-7FD0-C34D-9CB6-FA1C269BFC35}"/>
              </a:ext>
            </a:extLst>
          </p:cNvPr>
          <p:cNvSpPr>
            <a:spLocks noGrp="1"/>
          </p:cNvSpPr>
          <p:nvPr>
            <p:ph type="sldNum" sz="quarter" idx="12"/>
          </p:nvPr>
        </p:nvSpPr>
        <p:spPr>
          <a:xfrm>
            <a:off x="9448800" y="6492875"/>
            <a:ext cx="2743200" cy="365125"/>
          </a:xfrm>
        </p:spPr>
        <p:txBody>
          <a:bodyPr/>
          <a:lstStyle/>
          <a:p>
            <a:fld id="{2419E691-CE33-A147-BBCB-F602550895D0}" type="slidenum">
              <a:rPr kumimoji="1" lang="zh-CN" altLang="en-US" smtClean="0">
                <a:latin typeface="Times New Roman" panose="02020603050405020304" pitchFamily="18" charset="0"/>
                <a:cs typeface="Times New Roman" panose="02020603050405020304" pitchFamily="18" charset="0"/>
              </a:rPr>
              <a:t>67</a:t>
            </a:fld>
            <a:endParaRPr kumimoji="1" lang="zh-CN" altLang="en-US" dirty="0">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31E56B16-E18B-3E4C-B238-256EE6B79ABC}"/>
              </a:ext>
            </a:extLst>
          </p:cNvPr>
          <p:cNvSpPr txBox="1"/>
          <p:nvPr/>
        </p:nvSpPr>
        <p:spPr>
          <a:xfrm>
            <a:off x="954156" y="1500808"/>
            <a:ext cx="6320961" cy="3683188"/>
          </a:xfrm>
          <a:prstGeom prst="rect">
            <a:avLst/>
          </a:prstGeom>
          <a:noFill/>
        </p:spPr>
        <p:txBody>
          <a:bodyPr wrap="none" rtlCol="0">
            <a:spAutoFit/>
          </a:bodyPr>
          <a:lstStyle/>
          <a:p>
            <a:pPr marL="285750" indent="-285750">
              <a:lnSpc>
                <a:spcPct val="200000"/>
              </a:lnSpc>
              <a:buFont typeface="Arial" panose="020B0604020202020204" pitchFamily="34" charset="0"/>
              <a:buChar char="•"/>
            </a:pPr>
            <a:r>
              <a:rPr kumimoji="1" lang="zh-CN" altLang="en-US" sz="2400" dirty="0"/>
              <a:t>局部变量与全局变量的存储</a:t>
            </a:r>
            <a:endParaRPr kumimoji="1" lang="en-US" altLang="zh-CN" sz="2400" dirty="0"/>
          </a:p>
          <a:p>
            <a:pPr marL="285750" indent="-285750">
              <a:lnSpc>
                <a:spcPct val="200000"/>
              </a:lnSpc>
              <a:buFont typeface="Arial" panose="020B0604020202020204" pitchFamily="34" charset="0"/>
              <a:buChar char="•"/>
            </a:pPr>
            <a:r>
              <a:rPr kumimoji="1" lang="zh-CN" altLang="en-US" sz="2400" dirty="0"/>
              <a:t>过程运行时栈结构与寄存器状态的动态变化</a:t>
            </a:r>
            <a:endParaRPr kumimoji="1" lang="en-US" altLang="zh-CN" sz="2400" dirty="0"/>
          </a:p>
          <a:p>
            <a:pPr marL="285750" indent="-285750">
              <a:lnSpc>
                <a:spcPct val="200000"/>
              </a:lnSpc>
              <a:buFont typeface="Arial" panose="020B0604020202020204" pitchFamily="34" charset="0"/>
              <a:buChar char="•"/>
            </a:pPr>
            <a:r>
              <a:rPr kumimoji="1" lang="zh-CN" altLang="en-US" sz="2400" dirty="0"/>
              <a:t>递归调用与栈</a:t>
            </a:r>
            <a:endParaRPr kumimoji="1" lang="en-US" altLang="zh-CN" sz="2400" dirty="0"/>
          </a:p>
          <a:p>
            <a:pPr marL="285750" indent="-285750">
              <a:lnSpc>
                <a:spcPct val="200000"/>
              </a:lnSpc>
              <a:buFont typeface="Arial" panose="020B0604020202020204" pitchFamily="34" charset="0"/>
              <a:buChar char="•"/>
            </a:pPr>
            <a:r>
              <a:rPr kumimoji="1" lang="zh-CN" altLang="en-US" sz="2400" dirty="0"/>
              <a:t>一些基本的数据结构在汇编代码层面的实现</a:t>
            </a:r>
            <a:endParaRPr kumimoji="1" lang="en-US" altLang="zh-CN" sz="2400" dirty="0"/>
          </a:p>
          <a:p>
            <a:pPr marL="285750" indent="-285750">
              <a:lnSpc>
                <a:spcPct val="200000"/>
              </a:lnSpc>
              <a:buFont typeface="Arial" panose="020B0604020202020204" pitchFamily="34" charset="0"/>
              <a:buChar char="•"/>
            </a:pPr>
            <a:r>
              <a:rPr kumimoji="1" lang="zh-CN" altLang="en-US" sz="2400" dirty="0"/>
              <a:t>写代码时函数与变量的命名</a:t>
            </a:r>
            <a:endParaRPr kumimoji="1" lang="en-US" altLang="zh-CN" sz="2400" dirty="0"/>
          </a:p>
        </p:txBody>
      </p:sp>
    </p:spTree>
    <p:extLst>
      <p:ext uri="{BB962C8B-B14F-4D97-AF65-F5344CB8AC3E}">
        <p14:creationId xmlns:p14="http://schemas.microsoft.com/office/powerpoint/2010/main" val="138308729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6A92FA-E58A-A743-BE30-2E0A6F076385}"/>
              </a:ext>
            </a:extLst>
          </p:cNvPr>
          <p:cNvSpPr>
            <a:spLocks noGrp="1"/>
          </p:cNvSpPr>
          <p:nvPr>
            <p:ph type="title"/>
          </p:nvPr>
        </p:nvSpPr>
        <p:spPr>
          <a:xfrm>
            <a:off x="838200" y="2766218"/>
            <a:ext cx="10515600" cy="1325563"/>
          </a:xfrm>
        </p:spPr>
        <p:txBody>
          <a:bodyPr/>
          <a:lstStyle/>
          <a:p>
            <a:pPr algn="ctr"/>
            <a:r>
              <a:rPr kumimoji="1" lang="zh-CN" altLang="en-US" dirty="0">
                <a:latin typeface="KaiTi" panose="02010609060101010101" pitchFamily="49" charset="-122"/>
                <a:ea typeface="KaiTi" panose="02010609060101010101" pitchFamily="49" charset="-122"/>
              </a:rPr>
              <a:t>谢谢！</a:t>
            </a:r>
          </a:p>
        </p:txBody>
      </p:sp>
      <p:pic>
        <p:nvPicPr>
          <p:cNvPr id="4" name="图片 3">
            <a:extLst>
              <a:ext uri="{FF2B5EF4-FFF2-40B4-BE49-F238E27FC236}">
                <a16:creationId xmlns:a16="http://schemas.microsoft.com/office/drawing/2014/main" id="{C0EDA37B-CEFB-554F-AF42-F5EDE3BE6B0A}"/>
              </a:ext>
            </a:extLst>
          </p:cNvPr>
          <p:cNvPicPr>
            <a:picLocks noChangeAspect="1"/>
          </p:cNvPicPr>
          <p:nvPr/>
        </p:nvPicPr>
        <p:blipFill>
          <a:blip r:embed="rId2"/>
          <a:stretch>
            <a:fillRect/>
          </a:stretch>
        </p:blipFill>
        <p:spPr>
          <a:xfrm>
            <a:off x="10126735" y="4969564"/>
            <a:ext cx="1854887" cy="1687064"/>
          </a:xfrm>
          <a:prstGeom prst="rect">
            <a:avLst/>
          </a:prstGeom>
        </p:spPr>
      </p:pic>
    </p:spTree>
    <p:extLst>
      <p:ext uri="{BB962C8B-B14F-4D97-AF65-F5344CB8AC3E}">
        <p14:creationId xmlns:p14="http://schemas.microsoft.com/office/powerpoint/2010/main" val="252840124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{12050912-ADFD-834D-A6C4-117546B9542F}tf10001070</Template>
  <TotalTime>1926</TotalTime>
  <Words>2839</Words>
  <Application>Microsoft Macintosh PowerPoint</Application>
  <PresentationFormat>Widescreen</PresentationFormat>
  <Paragraphs>692</Paragraphs>
  <Slides>68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68</vt:i4>
      </vt:variant>
    </vt:vector>
  </HeadingPairs>
  <TitlesOfParts>
    <vt:vector size="76" baseType="lpstr">
      <vt:lpstr>等线</vt:lpstr>
      <vt:lpstr>等线 Light</vt:lpstr>
      <vt:lpstr>KaiTi</vt:lpstr>
      <vt:lpstr>Arial</vt:lpstr>
      <vt:lpstr>Cambria Math</vt:lpstr>
      <vt:lpstr>Times New Roman</vt:lpstr>
      <vt:lpstr>Wingdings</vt:lpstr>
      <vt:lpstr>Office 主题​​</vt:lpstr>
      <vt:lpstr>Bomblab Discussion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谢谢！</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Bomblab Discussion</dc:title>
  <dc:creator>刘 沛雨</dc:creator>
  <cp:lastModifiedBy>刘 沛雨</cp:lastModifiedBy>
  <cp:revision>12</cp:revision>
  <dcterms:created xsi:type="dcterms:W3CDTF">2023-10-09T13:19:41Z</dcterms:created>
  <dcterms:modified xsi:type="dcterms:W3CDTF">2025-12-09T14:53:35Z</dcterms:modified>
</cp:coreProperties>
</file>