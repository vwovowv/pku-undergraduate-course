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8" r:id="rId2"/>
    <p:sldId id="292" r:id="rId3"/>
    <p:sldId id="311" r:id="rId4"/>
    <p:sldId id="306" r:id="rId5"/>
    <p:sldId id="312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96" d="100"/>
          <a:sy n="96" d="100"/>
        </p:scale>
        <p:origin x="135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7"/>
            <a:ext cx="9144000" cy="165576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CN" altLang="en-US"/>
              <a:t>单击此处编辑母版副标题样式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A5AFB-3DB8-4027-B52D-734998A0992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DF1833-A34E-4F9E-BAD6-32BBAEE16E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149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38517"/>
            <a:ext cx="10515600" cy="552171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28068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428068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2275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1"/>
            <a:ext cx="10515600" cy="2852737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1851" y="6428070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5425" y="6440676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562317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20589"/>
            <a:ext cx="10515600" cy="570100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63928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38600" y="6445999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891182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138517"/>
            <a:ext cx="10517188" cy="552171"/>
          </a:xfrm>
        </p:spPr>
        <p:txBody>
          <a:bodyPr>
            <a:normAutofit/>
          </a:bodyPr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936376"/>
            <a:ext cx="5159375" cy="56869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2" y="1936375"/>
            <a:ext cx="5183188" cy="568700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38200" y="6393239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011707" y="639324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14327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09197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38200" y="6419104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038600" y="641910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610600" y="6419104"/>
            <a:ext cx="2743200" cy="365125"/>
          </a:xfrm>
        </p:spPr>
        <p:txBody>
          <a:bodyPr/>
          <a:lstStyle/>
          <a:p>
            <a:fld id="{0ADF1833-A34E-4F9E-BAD6-32BBAEE16E1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820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129554"/>
            <a:ext cx="3933825" cy="927847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1129554"/>
            <a:ext cx="6172200" cy="4873625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232212"/>
            <a:ext cx="3932237" cy="4022259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29284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6529" y="642928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359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2" y="1084730"/>
            <a:ext cx="3933825" cy="972671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360895" y="1308848"/>
            <a:ext cx="5994495" cy="4552203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zh-CN" altLang="en-US"/>
              <a:t>单击图标添加图片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8200" y="2371166"/>
            <a:ext cx="3932237" cy="3811588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38200" y="6437032"/>
            <a:ext cx="2743200" cy="365125"/>
          </a:xfrm>
        </p:spPr>
        <p:txBody>
          <a:bodyPr/>
          <a:lstStyle/>
          <a:p>
            <a:fld id="{13AA5AFB-3DB8-4027-B52D-734998A0992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056531" y="6437034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7609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AA5AFB-3DB8-4027-B52D-734998A0992B}" type="datetimeFigureOut">
              <a:rPr lang="zh-CN" altLang="en-US" smtClean="0"/>
              <a:t>2025/11/13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ADF1833-A34E-4F9E-BAD6-32BBAEE16E17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929"/>
            <a:ext cx="12196133" cy="6875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85176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56311FBD-91CC-52AE-D19E-31B9018AC3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28190"/>
            <a:ext cx="9144000" cy="1848679"/>
          </a:xfrm>
        </p:spPr>
        <p:txBody>
          <a:bodyPr>
            <a:normAutofit fontScale="90000"/>
          </a:bodyPr>
          <a:lstStyle/>
          <a:p>
            <a:pPr>
              <a:lnSpc>
                <a:spcPct val="150000"/>
              </a:lnSpc>
            </a:pPr>
            <a: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</a:rPr>
              <a:t>2025</a:t>
            </a:r>
            <a:r>
              <a:rPr lang="zh-CN" altLang="en-US" sz="5400" dirty="0">
                <a:latin typeface="黑体" panose="02010609060101010101" pitchFamily="49" charset="-122"/>
                <a:ea typeface="黑体" panose="02010609060101010101" pitchFamily="49" charset="-122"/>
              </a:rPr>
              <a:t>秋季强化学习课程大作业</a:t>
            </a:r>
            <a:br>
              <a:rPr lang="en-US" altLang="zh-CN" sz="5400" dirty="0">
                <a:latin typeface="黑体" panose="02010609060101010101" pitchFamily="49" charset="-122"/>
                <a:ea typeface="黑体" panose="02010609060101010101" pitchFamily="49" charset="-122"/>
              </a:rPr>
            </a:br>
            <a:r>
              <a:rPr lang="zh-CN" altLang="en-US" sz="4400" dirty="0">
                <a:latin typeface="黑体" panose="02010609060101010101" pitchFamily="49" charset="-122"/>
                <a:ea typeface="黑体" panose="02010609060101010101" pitchFamily="49" charset="-122"/>
              </a:rPr>
              <a:t>性能评测与课堂展示说明</a:t>
            </a:r>
            <a:endParaRPr lang="zh-CN" altLang="en-US" sz="5400" dirty="0">
              <a:latin typeface="黑体" panose="02010609060101010101" pitchFamily="49" charset="-122"/>
              <a:ea typeface="黑体" panose="02010609060101010101" pitchFamily="49" charset="-122"/>
            </a:endParaRPr>
          </a:p>
        </p:txBody>
      </p:sp>
      <p:sp>
        <p:nvSpPr>
          <p:cNvPr id="5" name="副标题 2">
            <a:extLst>
              <a:ext uri="{FF2B5EF4-FFF2-40B4-BE49-F238E27FC236}">
                <a16:creationId xmlns:a16="http://schemas.microsoft.com/office/drawing/2014/main" id="{0FCEC09B-D694-DD1D-7A38-935A606AF2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23208"/>
            <a:ext cx="9144000" cy="1034592"/>
          </a:xfrm>
        </p:spPr>
        <p:txBody>
          <a:bodyPr/>
          <a:lstStyle/>
          <a:p>
            <a:r>
              <a:rPr lang="en-US" altLang="zh-CN" dirty="0"/>
              <a:t>2025.11.13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107431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57840B-4AF1-8894-CBFD-E62289870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EFD1028-AA6B-6582-9449-819DC67A3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性能评测说明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66E39AC-7C4C-3429-8F58-8DDE76ABD3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US" altLang="zh-CN" sz="36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36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评测安排</a:t>
            </a:r>
            <a:endParaRPr lang="en-US" altLang="zh-CN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麻将、双升和掼蛋作业会在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平台创建评测小组，各队伍加入小组后可以提交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bot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参加小组内练习赛和积分赛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练习赛供大家熟悉比赛规则和调试代码，成绩不计入总分；练习赛每周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2~3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次，临近</a:t>
            </a:r>
            <a:r>
              <a:rPr lang="en-US" altLang="zh-CN"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ddl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会额外组织练习赛</a:t>
            </a:r>
            <a:endParaRPr lang="en-US" altLang="zh-CN"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lvl="1">
              <a:lnSpc>
                <a:spcPct val="100000"/>
              </a:lnSpc>
            </a:pP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积分赛共两次，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第一次预计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12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月</a:t>
            </a:r>
            <a:r>
              <a:rPr lang="en-US" altLang="zh-CN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8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日进行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（第一次分组展示前），第二次为期末后；积分赛成绩纳入总分，两次比例分别为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30%</a:t>
            </a:r>
            <a:r>
              <a:rPr lang="zh-CN" altLang="en-US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</a:t>
            </a:r>
            <a:r>
              <a:rPr lang="en-US" altLang="zh-CN"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70%</a:t>
            </a: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*</a:t>
            </a:r>
            <a:r>
              <a: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上述评测安排针对国标麻将、双升和掼蛋大作业，星际争霸大作业的性能评测不基于</a:t>
            </a:r>
            <a:r>
              <a:rPr lang="en-US" altLang="zh-CN" sz="2000" i="1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Botzone</a:t>
            </a:r>
            <a:r>
              <a:rPr lang="zh-CN" altLang="en-US" sz="2000" i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，请以作业代码要求为准</a:t>
            </a:r>
            <a:endParaRPr lang="en-US" altLang="zh-CN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332354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ABDD3-C8FD-454A-0DF9-9AE843084A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9EF6C5-E76F-F6CB-8206-46DAB28150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课堂展示说明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909D376-4CB4-C884-7E19-C0013CCC1E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展示时间</a:t>
            </a:r>
            <a:endParaRPr lang="en-US" altLang="zh-CN" dirty="0"/>
          </a:p>
          <a:p>
            <a:r>
              <a:rPr lang="zh-CN" altLang="en-US" dirty="0"/>
              <a:t>展示安排</a:t>
            </a:r>
            <a:endParaRPr lang="en-US" altLang="zh-CN" dirty="0"/>
          </a:p>
          <a:p>
            <a:r>
              <a:rPr lang="zh-CN" altLang="en-US" dirty="0"/>
              <a:t>评分说明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736465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DAFAE5-0031-489B-71F3-B5EC6DB17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7A6637-299C-5C82-09C7-AF8937480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展示时间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662B07F-6EF7-4D69-7A07-04CA9E25DF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90"/>
            <a:ext cx="10515600" cy="630097"/>
          </a:xfrm>
        </p:spPr>
        <p:txBody>
          <a:bodyPr>
            <a:normAutofit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教学周最后两周（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12.11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12.18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）随堂安排小组汇报展示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标题 1">
            <a:extLst>
              <a:ext uri="{FF2B5EF4-FFF2-40B4-BE49-F238E27FC236}">
                <a16:creationId xmlns:a16="http://schemas.microsoft.com/office/drawing/2014/main" id="{DF22F5A2-5B15-9E1B-260F-89CF1E169D77}"/>
              </a:ext>
            </a:extLst>
          </p:cNvPr>
          <p:cNvSpPr txBox="1">
            <a:spLocks/>
          </p:cNvSpPr>
          <p:nvPr/>
        </p:nvSpPr>
        <p:spPr>
          <a:xfrm>
            <a:off x="838200" y="2558156"/>
            <a:ext cx="10515600" cy="5521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0000" lnSpcReduction="20000"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267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展示安排</a:t>
            </a:r>
          </a:p>
        </p:txBody>
      </p:sp>
      <p:sp>
        <p:nvSpPr>
          <p:cNvPr id="5" name="内容占位符 2">
            <a:extLst>
              <a:ext uri="{FF2B5EF4-FFF2-40B4-BE49-F238E27FC236}">
                <a16:creationId xmlns:a16="http://schemas.microsoft.com/office/drawing/2014/main" id="{4E5E0C7C-E436-7261-9008-3D3E57D1BBED}"/>
              </a:ext>
            </a:extLst>
          </p:cNvPr>
          <p:cNvSpPr txBox="1">
            <a:spLocks/>
          </p:cNvSpPr>
          <p:nvPr/>
        </p:nvSpPr>
        <p:spPr>
          <a:xfrm>
            <a:off x="838200" y="3117577"/>
            <a:ext cx="10515600" cy="337267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04792" indent="-304792" algn="l" defTabSz="1219170" rtl="0" eaLnBrk="1" latinLnBrk="0" hangingPunct="1">
              <a:lnSpc>
                <a:spcPct val="90000"/>
              </a:lnSpc>
              <a:spcBef>
                <a:spcPts val="1333"/>
              </a:spcBef>
              <a:buFont typeface="Arial"/>
              <a:buChar char="•"/>
              <a:defRPr sz="3733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1437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962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667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3547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313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271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62301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71886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81470" indent="-304792" algn="l" defTabSz="1219170" rtl="0" eaLnBrk="1" latinLnBrk="0" hangingPunct="1">
              <a:lnSpc>
                <a:spcPct val="90000"/>
              </a:lnSpc>
              <a:spcBef>
                <a:spcPts val="667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分项目分组展示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每组展示时间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5~15min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（视展示组数定）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其他组展示完成后参与提问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/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讨论有加分（计入课堂发言加分）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由于展示时间早于作业</a:t>
            </a:r>
            <a:r>
              <a:rPr lang="en-US" altLang="zh-CN" sz="28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ddl</a:t>
            </a: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，各小组在展示时可以介绍工作进展、未来计划，也可以讨论作业过程中的发现和思考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5465826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E21670-4AE6-0397-719B-E8F038E2D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8488211-DE58-28FC-FCAD-AEC81E8B6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>
                <a:latin typeface="黑体" panose="02010609060101010101" pitchFamily="49" charset="-122"/>
                <a:ea typeface="黑体" panose="02010609060101010101" pitchFamily="49" charset="-122"/>
              </a:rPr>
              <a:t>评分说明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26F536F-20F7-00FD-1AD5-6A7238DA5E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90"/>
            <a:ext cx="10515600" cy="4506358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展示分数为报告分数的一部分，占报告分数的</a:t>
            </a:r>
            <a:r>
              <a:rPr lang="en-US" alt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50%</a:t>
            </a: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评分时，将综合参考各组展示的内容、组织结构、现场表现和答疑讨论等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>
              <a:lnSpc>
                <a:spcPct val="120000"/>
              </a:lnSpc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由于展示分两周进行，考虑到先展示的队伍工作可能不够完善，也为鼓励大家积极分享想法、设计和经验，</a:t>
            </a:r>
            <a:r>
              <a:rPr lang="zh-CN" altLang="en-US" sz="2800" dirty="0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第一周展示的队伍在评分时会获得一定的加成</a:t>
            </a:r>
            <a:endParaRPr lang="en-US" altLang="zh-CN" sz="2800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01677461"/>
      </p:ext>
    </p:extLst>
  </p:cSld>
  <p:clrMapOvr>
    <a:masterClrMapping/>
  </p:clrMapOvr>
</p:sld>
</file>

<file path=ppt/theme/theme1.xml><?xml version="1.0" encoding="utf-8"?>
<a:theme xmlns:a="http://schemas.openxmlformats.org/drawingml/2006/main" name="实验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实验室" id="{58E4617E-ED80-4670-AB37-167CB830D7F6}" vid="{B102D6D9-EC6A-43AB-9D54-71FF832CC0E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3568</TotalTime>
  <Words>331</Words>
  <Application>Microsoft Office PowerPoint</Application>
  <PresentationFormat>宽屏</PresentationFormat>
  <Paragraphs>23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1" baseType="lpstr">
      <vt:lpstr>黑体</vt:lpstr>
      <vt:lpstr>微软雅黑</vt:lpstr>
      <vt:lpstr>Arial</vt:lpstr>
      <vt:lpstr>Calibri</vt:lpstr>
      <vt:lpstr>Calibri Light</vt:lpstr>
      <vt:lpstr>实验室</vt:lpstr>
      <vt:lpstr>2025秋季强化学习课程大作业 性能评测与课堂展示说明</vt:lpstr>
      <vt:lpstr>性能评测说明</vt:lpstr>
      <vt:lpstr>课堂展示说明</vt:lpstr>
      <vt:lpstr>展示时间</vt:lpstr>
      <vt:lpstr>评分说明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Botzone使用教程</dc:title>
  <dc:creator>星博 王</dc:creator>
  <cp:lastModifiedBy>星博 王</cp:lastModifiedBy>
  <cp:revision>82</cp:revision>
  <dcterms:created xsi:type="dcterms:W3CDTF">2024-03-04T13:28:00Z</dcterms:created>
  <dcterms:modified xsi:type="dcterms:W3CDTF">2025-11-13T07:56:26Z</dcterms:modified>
</cp:coreProperties>
</file>