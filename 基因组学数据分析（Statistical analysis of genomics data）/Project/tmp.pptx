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84"/>
  </p:normalViewPr>
  <p:slideViewPr>
    <p:cSldViewPr snapToGrid="0" snapToObjects="1">
      <p:cViewPr varScale="1">
        <p:scale>
          <a:sx n="122" d="100"/>
          <a:sy n="122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82D2-4FAA-AA47-B613-5B4EFC37C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034E0-C616-4B49-A590-AAC1F7040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DCADC-CBD4-084F-A798-84A40232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915F2-0A1B-544B-9AD0-5951C2C1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9F81F-ADBF-6F43-B80A-42F87E48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1156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D917-6B8E-7944-A577-E4C75A92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2E38-7164-A248-B2F0-B22997650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D5C79-B9BF-4B40-BC2C-B08B05D5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C9C-B052-784F-854D-DAE026FB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07F7F-05DB-4D4C-839B-5132BFF1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641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B983-C590-5F43-8456-84606766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A1A29-DEA8-494C-9164-EF760A16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7763-736E-9346-BA8D-AA2B948D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1968-0157-F44B-AB49-779528C2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F5E6B-768C-3846-A48C-730012A1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2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1CC-867D-BC44-8776-D46B28AC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29E1-1903-144E-AD3B-A6074E8A4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5B42D-D30C-524A-8217-0CA6E1940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D1E89-9BE4-5E43-976C-44B7A36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E426F-A04A-844C-AEE9-CFA55B48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29F2F-4C97-0643-9FF4-EF321598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18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FFC2-0DBF-E24B-86C0-37232831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8626-8685-474E-84D7-4CBB8F25C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7302A-A34C-984E-96A0-C9777C9EE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DCD36-F031-404F-BEF9-48380952B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931EA-B670-3B46-A912-41B700D51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76317C-72A4-D24F-AA1D-ABF84D6A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05F643-4E53-9A48-A9E7-B588E225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3CC51-9E3F-DF46-B705-597825B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889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6B73-089C-7146-BFDB-B5220935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0417E-AA88-F147-A0C4-D811AFA6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234EB-21D5-8643-B2F6-87143626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EA481-51AF-9C4A-9A2C-E3C60478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471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A4D0D-9B77-9E41-9C5C-4076ADE2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3BCE8-9F4A-AD40-A623-C323E9F8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D899C-27EB-264D-BF17-7D0107D8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16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F624-F19F-734E-994A-A46B7B38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9B32E-D0B7-8E48-A017-5F960D49B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F1B85-0628-9548-9196-7741F619E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498DC-D32A-C548-9CD6-A512B77B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A9F9-C6AE-1949-92DF-706A0C83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1088C-4E9E-E743-B2B1-B7CC81F3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196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5701-69A0-8B49-A7B9-6D939253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DBCE0-4C0E-F740-BEC4-90ECC4D82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7F50A-DFC7-904B-8E19-E54DC4E7F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D3213-5193-CF4C-AE05-1F52D797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1290B-0C4B-C542-BE57-08358C0D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39E52-FAA6-D14B-BCBB-2A8B8D4F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184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D4BD-A727-344D-B7A4-2AFF45CA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E589D-A33B-4248-A747-2C8A63411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EE027-03ED-7746-AE52-BFCAE3AA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B1AFA-51DB-0243-B245-1B2292D7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A3504-90A1-9C46-9C88-C349D4AC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075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C1361-86C5-0C4F-BB41-71B410529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E3294-C780-234E-A00E-D621D6D52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6F71-5E17-7F41-A4CC-47D4965C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C8BB7-D6D7-8C42-AD0B-2628C985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B726-7296-3242-9CF8-C12D8B40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373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E0800-22D0-174A-A5A4-6FF6A6E7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7D902-4E9E-A945-A4A3-995E0BFD5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AA0B2-0971-6146-BDE2-D9976F32E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76467-C76C-7F48-BB8A-F787DEC1D933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41D7-BF5D-D24C-BE2D-8C1F06A6A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9D7B-E997-8040-B3FA-E6C10C4DB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C2CFD-45A3-404B-A413-7F9BDC0838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59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E8BA-F145-D94E-A48B-E80E188CB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1D54E-343A-CA46-8D87-063CE5E14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749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AE308D-9475-104C-9012-209BCB233826}"/>
              </a:ext>
            </a:extLst>
          </p:cNvPr>
          <p:cNvSpPr/>
          <p:nvPr/>
        </p:nvSpPr>
        <p:spPr>
          <a:xfrm>
            <a:off x="-395435" y="781226"/>
            <a:ext cx="3166947" cy="7471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论文阅读与内容整理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1887918-2617-9D48-B63A-59998B2CA6EE}"/>
              </a:ext>
            </a:extLst>
          </p:cNvPr>
          <p:cNvSpPr/>
          <p:nvPr/>
        </p:nvSpPr>
        <p:spPr>
          <a:xfrm>
            <a:off x="3940082" y="2318812"/>
            <a:ext cx="3166947" cy="7471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论文复现和数据分析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C1C16F-DBD6-3F42-B9E0-6D4D39E6CD45}"/>
              </a:ext>
            </a:extLst>
          </p:cNvPr>
          <p:cNvSpPr/>
          <p:nvPr/>
        </p:nvSpPr>
        <p:spPr>
          <a:xfrm>
            <a:off x="3940083" y="781225"/>
            <a:ext cx="3166947" cy="7471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SCENIC</a:t>
            </a:r>
            <a:r>
              <a:rPr kumimoji="1" lang="zh-CN" altLang="en-US" sz="2000" dirty="0">
                <a:solidFill>
                  <a:schemeClr val="tx1"/>
                </a:solidFill>
              </a:rPr>
              <a:t>和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SCope</a:t>
            </a:r>
            <a:r>
              <a:rPr kumimoji="1" lang="zh-CN" altLang="en-US" sz="2000" dirty="0">
                <a:solidFill>
                  <a:schemeClr val="tx1"/>
                </a:solidFill>
              </a:rPr>
              <a:t>入门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81487E-0109-E74E-91C3-657572278C9C}"/>
              </a:ext>
            </a:extLst>
          </p:cNvPr>
          <p:cNvSpPr/>
          <p:nvPr/>
        </p:nvSpPr>
        <p:spPr>
          <a:xfrm>
            <a:off x="-395436" y="2318812"/>
            <a:ext cx="3166947" cy="7471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结果解读和理论分析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0B581F-B5B5-B844-8831-53A624360188}"/>
              </a:ext>
            </a:extLst>
          </p:cNvPr>
          <p:cNvSpPr/>
          <p:nvPr/>
        </p:nvSpPr>
        <p:spPr>
          <a:xfrm>
            <a:off x="1859033" y="3935603"/>
            <a:ext cx="3166947" cy="7471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</a:rPr>
              <a:t>汇报展示与论文写作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1E74F7-B5CC-6A46-A31B-9C26E905396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1188038" y="1528357"/>
            <a:ext cx="1" cy="7904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2E32B3-3A5E-2745-A687-65C1AF103214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flipH="1">
            <a:off x="5523556" y="1528356"/>
            <a:ext cx="1" cy="7904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5878DB-DE5B-4240-9E6C-DFE580B9E555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3442507" y="3065943"/>
            <a:ext cx="2081049" cy="8696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EAC76B-C998-C64B-AC2F-B41B3549CC8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188038" y="3065943"/>
            <a:ext cx="2254469" cy="8696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6C524E-7DC9-1048-B3C6-533B9EEBD417}"/>
              </a:ext>
            </a:extLst>
          </p:cNvPr>
          <p:cNvSpPr/>
          <p:nvPr/>
        </p:nvSpPr>
        <p:spPr>
          <a:xfrm>
            <a:off x="8143852" y="1927541"/>
            <a:ext cx="977332" cy="4132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77B468D-E063-BC44-9F0C-4F82EDD8860D}"/>
              </a:ext>
            </a:extLst>
          </p:cNvPr>
          <p:cNvSpPr/>
          <p:nvPr/>
        </p:nvSpPr>
        <p:spPr>
          <a:xfrm>
            <a:off x="8143852" y="2632634"/>
            <a:ext cx="977332" cy="4132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D4E0BD-32F5-FB45-BDB2-BB230A07831A}"/>
              </a:ext>
            </a:extLst>
          </p:cNvPr>
          <p:cNvSpPr txBox="1"/>
          <p:nvPr/>
        </p:nvSpPr>
        <p:spPr>
          <a:xfrm>
            <a:off x="9353597" y="194948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i="0" u="none" strike="noStrike" dirty="0">
                <a:solidFill>
                  <a:srgbClr val="24292E"/>
                </a:solidFill>
                <a:effectLst/>
                <a:latin typeface="system-ui"/>
              </a:rPr>
              <a:t>陈梓航 付格丞 李梓宁</a:t>
            </a:r>
            <a:endParaRPr kumimoji="1"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A1512B-4780-FC4E-A1BE-F02054FBAD62}"/>
              </a:ext>
            </a:extLst>
          </p:cNvPr>
          <p:cNvSpPr txBox="1"/>
          <p:nvPr/>
        </p:nvSpPr>
        <p:spPr>
          <a:xfrm>
            <a:off x="9353597" y="2632634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24292E"/>
                </a:solidFill>
                <a:latin typeface="system-ui"/>
              </a:rPr>
              <a:t>刘沛雨 </a:t>
            </a:r>
            <a:r>
              <a:rPr lang="zh-CN" altLang="en-US" b="0" i="0" u="none" strike="noStrike" dirty="0">
                <a:solidFill>
                  <a:srgbClr val="24292E"/>
                </a:solidFill>
                <a:effectLst/>
                <a:latin typeface="system-ui"/>
              </a:rPr>
              <a:t>吕荪恺</a:t>
            </a:r>
            <a:endParaRPr kumimoji="1" lang="zh-CN" altLang="en-US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8AFEF21-7E3D-0B4F-A8A1-6538F6515377}"/>
              </a:ext>
            </a:extLst>
          </p:cNvPr>
          <p:cNvSpPr/>
          <p:nvPr/>
        </p:nvSpPr>
        <p:spPr>
          <a:xfrm>
            <a:off x="8143851" y="3342501"/>
            <a:ext cx="977332" cy="4132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574DF0-26CB-3C40-A230-426A7D2284CD}"/>
              </a:ext>
            </a:extLst>
          </p:cNvPr>
          <p:cNvSpPr txBox="1"/>
          <p:nvPr/>
        </p:nvSpPr>
        <p:spPr>
          <a:xfrm>
            <a:off x="9353597" y="33644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共同完成</a:t>
            </a:r>
          </a:p>
        </p:txBody>
      </p:sp>
    </p:spTree>
    <p:extLst>
      <p:ext uri="{BB962C8B-B14F-4D97-AF65-F5344CB8AC3E}">
        <p14:creationId xmlns:p14="http://schemas.microsoft.com/office/powerpoint/2010/main" val="262930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system-ui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1</cp:revision>
  <dcterms:created xsi:type="dcterms:W3CDTF">2024-10-29T09:22:47Z</dcterms:created>
  <dcterms:modified xsi:type="dcterms:W3CDTF">2024-10-29T09:52:00Z</dcterms:modified>
</cp:coreProperties>
</file>