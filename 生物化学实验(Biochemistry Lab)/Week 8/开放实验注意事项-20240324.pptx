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0" r:id="rId3"/>
    <p:sldId id="262" r:id="rId4"/>
    <p:sldId id="263" r:id="rId5"/>
    <p:sldId id="264" r:id="rId6"/>
    <p:sldId id="269" r:id="rId7"/>
    <p:sldId id="268" r:id="rId8"/>
    <p:sldId id="270" r:id="rId9"/>
    <p:sldId id="267" r:id="rId10"/>
    <p:sldId id="273" r:id="rId11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xiaoqian@pku.edu.cn" initials="h" lastIdx="5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19" d="100"/>
          <a:sy n="119" d="100"/>
        </p:scale>
        <p:origin x="-240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38741B-B18E-4A42-9680-A5DEFF591429}" type="doc">
      <dgm:prSet loTypeId="urn:microsoft.com/office/officeart/2005/8/layout/hierarchy3" loCatId="hierarchy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74BCE176-C05C-4676-B63A-10616D352DFF}">
      <dgm:prSet/>
      <dgm:spPr/>
      <dgm:t>
        <a:bodyPr/>
        <a:lstStyle/>
        <a:p>
          <a:pPr rtl="0"/>
          <a:r>
            <a:rPr lang="zh-CN" b="1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实验对照</a:t>
          </a:r>
          <a:endParaRPr lang="zh-CN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B48A34-9098-46F3-ABDB-476B8B8656F0}" type="parTrans" cxnId="{F62C04B7-48D0-4A63-99B4-4D9F6B156DF2}">
      <dgm:prSet/>
      <dgm:spPr/>
      <dgm:t>
        <a:bodyPr/>
        <a:lstStyle/>
        <a:p>
          <a:endParaRPr lang="zh-CN" altLang="en-US"/>
        </a:p>
      </dgm:t>
    </dgm:pt>
    <dgm:pt modelId="{55FB1ABF-214C-4092-A9BD-7D83C082FAD9}" type="sibTrans" cxnId="{F62C04B7-48D0-4A63-99B4-4D9F6B156DF2}">
      <dgm:prSet/>
      <dgm:spPr/>
      <dgm:t>
        <a:bodyPr/>
        <a:lstStyle/>
        <a:p>
          <a:endParaRPr lang="zh-CN" altLang="en-US"/>
        </a:p>
      </dgm:t>
    </dgm:pt>
    <dgm:pt modelId="{D72CE915-572D-46C9-99F3-F52E4BBA40DB}">
      <dgm:prSet/>
      <dgm:spPr/>
      <dgm:t>
        <a:bodyPr/>
        <a:lstStyle/>
        <a:p>
          <a:pPr rtl="0"/>
          <a:r>
            <a:rPr lang="zh-CN" b="1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生物学重复</a:t>
          </a:r>
          <a:endParaRPr lang="zh-CN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4FDD389-D1CB-4417-A462-9918ACE3D972}" type="parTrans" cxnId="{9544067A-C389-4BBA-BF72-9C2AD0A5F56F}">
      <dgm:prSet/>
      <dgm:spPr/>
      <dgm:t>
        <a:bodyPr/>
        <a:lstStyle/>
        <a:p>
          <a:endParaRPr lang="zh-CN" altLang="en-US"/>
        </a:p>
      </dgm:t>
    </dgm:pt>
    <dgm:pt modelId="{09AB3477-4432-4D1C-9760-3B3CDADBC3FE}" type="sibTrans" cxnId="{9544067A-C389-4BBA-BF72-9C2AD0A5F56F}">
      <dgm:prSet/>
      <dgm:spPr/>
      <dgm:t>
        <a:bodyPr/>
        <a:lstStyle/>
        <a:p>
          <a:endParaRPr lang="zh-CN" altLang="en-US"/>
        </a:p>
      </dgm:t>
    </dgm:pt>
    <dgm:pt modelId="{6E9E78F0-B581-410C-BDE0-1B0C78FD218B}">
      <dgm:prSet/>
      <dgm:spPr/>
      <dgm:t>
        <a:bodyPr/>
        <a:lstStyle/>
        <a:p>
          <a:pPr rtl="0"/>
          <a:r>
            <a:rPr 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实验数据</a:t>
          </a:r>
          <a:r>
            <a: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统计分析</a:t>
          </a:r>
          <a:endParaRPr lang="zh-CN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9DBFAAF-3B00-45EE-B3D0-7EFA92B0A014}" type="parTrans" cxnId="{D591A248-9BFD-41E4-B8B4-526BB35A4A40}">
      <dgm:prSet/>
      <dgm:spPr/>
      <dgm:t>
        <a:bodyPr/>
        <a:lstStyle/>
        <a:p>
          <a:endParaRPr lang="zh-CN" altLang="en-US"/>
        </a:p>
      </dgm:t>
    </dgm:pt>
    <dgm:pt modelId="{924371FD-33B2-4082-9BCF-2DD57F6FAC8D}" type="sibTrans" cxnId="{D591A248-9BFD-41E4-B8B4-526BB35A4A40}">
      <dgm:prSet/>
      <dgm:spPr/>
      <dgm:t>
        <a:bodyPr/>
        <a:lstStyle/>
        <a:p>
          <a:endParaRPr lang="zh-CN" altLang="en-US"/>
        </a:p>
      </dgm:t>
    </dgm:pt>
    <dgm:pt modelId="{0F72E14E-0EE3-4695-8458-129ED989F0D5}" type="pres">
      <dgm:prSet presAssocID="{C038741B-B18E-4A42-9680-A5DEFF59142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A7220C27-186E-4EE4-916D-C1A9C52E69BB}" type="pres">
      <dgm:prSet presAssocID="{74BCE176-C05C-4676-B63A-10616D352DFF}" presName="root" presStyleCnt="0"/>
      <dgm:spPr/>
    </dgm:pt>
    <dgm:pt modelId="{FF99B0F7-C7C5-4D53-A11F-89B742B86ED3}" type="pres">
      <dgm:prSet presAssocID="{74BCE176-C05C-4676-B63A-10616D352DFF}" presName="rootComposite" presStyleCnt="0"/>
      <dgm:spPr/>
    </dgm:pt>
    <dgm:pt modelId="{DA7909D4-A35C-48C5-81BD-2DA9C1F497F5}" type="pres">
      <dgm:prSet presAssocID="{74BCE176-C05C-4676-B63A-10616D352DFF}" presName="rootText" presStyleLbl="node1" presStyleIdx="0" presStyleCnt="3"/>
      <dgm:spPr/>
      <dgm:t>
        <a:bodyPr/>
        <a:lstStyle/>
        <a:p>
          <a:endParaRPr lang="zh-CN" altLang="en-US"/>
        </a:p>
      </dgm:t>
    </dgm:pt>
    <dgm:pt modelId="{A002B287-27AB-46D3-B39A-D9C1254D54D1}" type="pres">
      <dgm:prSet presAssocID="{74BCE176-C05C-4676-B63A-10616D352DFF}" presName="rootConnector" presStyleLbl="node1" presStyleIdx="0" presStyleCnt="3"/>
      <dgm:spPr/>
      <dgm:t>
        <a:bodyPr/>
        <a:lstStyle/>
        <a:p>
          <a:endParaRPr lang="zh-CN" altLang="en-US"/>
        </a:p>
      </dgm:t>
    </dgm:pt>
    <dgm:pt modelId="{F414E513-BA02-45F1-905B-9E42BB895240}" type="pres">
      <dgm:prSet presAssocID="{74BCE176-C05C-4676-B63A-10616D352DFF}" presName="childShape" presStyleCnt="0"/>
      <dgm:spPr/>
    </dgm:pt>
    <dgm:pt modelId="{AE6F2CF1-BE7C-4932-A3F1-39FD17B05551}" type="pres">
      <dgm:prSet presAssocID="{D72CE915-572D-46C9-99F3-F52E4BBA40DB}" presName="root" presStyleCnt="0"/>
      <dgm:spPr/>
    </dgm:pt>
    <dgm:pt modelId="{4E5C5EAA-7099-4505-8AD0-AABC38F71059}" type="pres">
      <dgm:prSet presAssocID="{D72CE915-572D-46C9-99F3-F52E4BBA40DB}" presName="rootComposite" presStyleCnt="0"/>
      <dgm:spPr/>
    </dgm:pt>
    <dgm:pt modelId="{8FB0F05F-C837-473B-A1B2-C225783C95D5}" type="pres">
      <dgm:prSet presAssocID="{D72CE915-572D-46C9-99F3-F52E4BBA40DB}" presName="rootText" presStyleLbl="node1" presStyleIdx="1" presStyleCnt="3"/>
      <dgm:spPr/>
      <dgm:t>
        <a:bodyPr/>
        <a:lstStyle/>
        <a:p>
          <a:endParaRPr lang="zh-CN" altLang="en-US"/>
        </a:p>
      </dgm:t>
    </dgm:pt>
    <dgm:pt modelId="{DAD9340B-F9C8-4437-8874-DC19AE4B0B3F}" type="pres">
      <dgm:prSet presAssocID="{D72CE915-572D-46C9-99F3-F52E4BBA40DB}" presName="rootConnector" presStyleLbl="node1" presStyleIdx="1" presStyleCnt="3"/>
      <dgm:spPr/>
      <dgm:t>
        <a:bodyPr/>
        <a:lstStyle/>
        <a:p>
          <a:endParaRPr lang="zh-CN" altLang="en-US"/>
        </a:p>
      </dgm:t>
    </dgm:pt>
    <dgm:pt modelId="{B0D0FC75-C341-454A-A79F-0ED2877F94C0}" type="pres">
      <dgm:prSet presAssocID="{D72CE915-572D-46C9-99F3-F52E4BBA40DB}" presName="childShape" presStyleCnt="0"/>
      <dgm:spPr/>
    </dgm:pt>
    <dgm:pt modelId="{69088EAC-12BB-43B8-A247-0D539E8010D1}" type="pres">
      <dgm:prSet presAssocID="{6E9E78F0-B581-410C-BDE0-1B0C78FD218B}" presName="root" presStyleCnt="0"/>
      <dgm:spPr/>
    </dgm:pt>
    <dgm:pt modelId="{CA648A27-9492-42B2-A3DB-4C8992A8F633}" type="pres">
      <dgm:prSet presAssocID="{6E9E78F0-B581-410C-BDE0-1B0C78FD218B}" presName="rootComposite" presStyleCnt="0"/>
      <dgm:spPr/>
    </dgm:pt>
    <dgm:pt modelId="{2E856EEC-DC4E-447F-9E65-9525E99EF4AB}" type="pres">
      <dgm:prSet presAssocID="{6E9E78F0-B581-410C-BDE0-1B0C78FD218B}" presName="rootText" presStyleLbl="node1" presStyleIdx="2" presStyleCnt="3"/>
      <dgm:spPr/>
      <dgm:t>
        <a:bodyPr/>
        <a:lstStyle/>
        <a:p>
          <a:endParaRPr lang="zh-CN" altLang="en-US"/>
        </a:p>
      </dgm:t>
    </dgm:pt>
    <dgm:pt modelId="{C8747CBA-FFE8-46B6-9381-AD3CC33D5D83}" type="pres">
      <dgm:prSet presAssocID="{6E9E78F0-B581-410C-BDE0-1B0C78FD218B}" presName="rootConnector" presStyleLbl="node1" presStyleIdx="2" presStyleCnt="3"/>
      <dgm:spPr/>
      <dgm:t>
        <a:bodyPr/>
        <a:lstStyle/>
        <a:p>
          <a:endParaRPr lang="zh-CN" altLang="en-US"/>
        </a:p>
      </dgm:t>
    </dgm:pt>
    <dgm:pt modelId="{3C5ECA8A-F9C3-49B8-A868-B77AD6A75E19}" type="pres">
      <dgm:prSet presAssocID="{6E9E78F0-B581-410C-BDE0-1B0C78FD218B}" presName="childShape" presStyleCnt="0"/>
      <dgm:spPr/>
    </dgm:pt>
  </dgm:ptLst>
  <dgm:cxnLst>
    <dgm:cxn modelId="{D591A248-9BFD-41E4-B8B4-526BB35A4A40}" srcId="{C038741B-B18E-4A42-9680-A5DEFF591429}" destId="{6E9E78F0-B581-410C-BDE0-1B0C78FD218B}" srcOrd="2" destOrd="0" parTransId="{C9DBFAAF-3B00-45EE-B3D0-7EFA92B0A014}" sibTransId="{924371FD-33B2-4082-9BCF-2DD57F6FAC8D}"/>
    <dgm:cxn modelId="{9544067A-C389-4BBA-BF72-9C2AD0A5F56F}" srcId="{C038741B-B18E-4A42-9680-A5DEFF591429}" destId="{D72CE915-572D-46C9-99F3-F52E4BBA40DB}" srcOrd="1" destOrd="0" parTransId="{34FDD389-D1CB-4417-A462-9918ACE3D972}" sibTransId="{09AB3477-4432-4D1C-9760-3B3CDADBC3FE}"/>
    <dgm:cxn modelId="{65CFCC0E-63A4-43B5-8FA9-F76D5F1020D1}" type="presOf" srcId="{6E9E78F0-B581-410C-BDE0-1B0C78FD218B}" destId="{C8747CBA-FFE8-46B6-9381-AD3CC33D5D83}" srcOrd="1" destOrd="0" presId="urn:microsoft.com/office/officeart/2005/8/layout/hierarchy3"/>
    <dgm:cxn modelId="{2CE92DD3-D8A5-4013-A51D-EAA2ABC3FCE6}" type="presOf" srcId="{D72CE915-572D-46C9-99F3-F52E4BBA40DB}" destId="{8FB0F05F-C837-473B-A1B2-C225783C95D5}" srcOrd="0" destOrd="0" presId="urn:microsoft.com/office/officeart/2005/8/layout/hierarchy3"/>
    <dgm:cxn modelId="{C633BC07-5D04-4C92-92AB-EF33D6BC9D02}" type="presOf" srcId="{74BCE176-C05C-4676-B63A-10616D352DFF}" destId="{A002B287-27AB-46D3-B39A-D9C1254D54D1}" srcOrd="1" destOrd="0" presId="urn:microsoft.com/office/officeart/2005/8/layout/hierarchy3"/>
    <dgm:cxn modelId="{F62C04B7-48D0-4A63-99B4-4D9F6B156DF2}" srcId="{C038741B-B18E-4A42-9680-A5DEFF591429}" destId="{74BCE176-C05C-4676-B63A-10616D352DFF}" srcOrd="0" destOrd="0" parTransId="{0AB48A34-9098-46F3-ABDB-476B8B8656F0}" sibTransId="{55FB1ABF-214C-4092-A9BD-7D83C082FAD9}"/>
    <dgm:cxn modelId="{D09294C6-5A42-4227-AC39-4C12C865A8E3}" type="presOf" srcId="{74BCE176-C05C-4676-B63A-10616D352DFF}" destId="{DA7909D4-A35C-48C5-81BD-2DA9C1F497F5}" srcOrd="0" destOrd="0" presId="urn:microsoft.com/office/officeart/2005/8/layout/hierarchy3"/>
    <dgm:cxn modelId="{1A097BED-A076-4EF1-A873-21EEC264992F}" type="presOf" srcId="{6E9E78F0-B581-410C-BDE0-1B0C78FD218B}" destId="{2E856EEC-DC4E-447F-9E65-9525E99EF4AB}" srcOrd="0" destOrd="0" presId="urn:microsoft.com/office/officeart/2005/8/layout/hierarchy3"/>
    <dgm:cxn modelId="{E62BB17E-44DB-4FD9-AD78-2D3B082A7141}" type="presOf" srcId="{C038741B-B18E-4A42-9680-A5DEFF591429}" destId="{0F72E14E-0EE3-4695-8458-129ED989F0D5}" srcOrd="0" destOrd="0" presId="urn:microsoft.com/office/officeart/2005/8/layout/hierarchy3"/>
    <dgm:cxn modelId="{7B30BF0C-3F1D-40F3-B783-9203733FDDEB}" type="presOf" srcId="{D72CE915-572D-46C9-99F3-F52E4BBA40DB}" destId="{DAD9340B-F9C8-4437-8874-DC19AE4B0B3F}" srcOrd="1" destOrd="0" presId="urn:microsoft.com/office/officeart/2005/8/layout/hierarchy3"/>
    <dgm:cxn modelId="{44A73C7F-F395-4D1B-BA40-6B4662DE3D07}" type="presParOf" srcId="{0F72E14E-0EE3-4695-8458-129ED989F0D5}" destId="{A7220C27-186E-4EE4-916D-C1A9C52E69BB}" srcOrd="0" destOrd="0" presId="urn:microsoft.com/office/officeart/2005/8/layout/hierarchy3"/>
    <dgm:cxn modelId="{FAA4FECD-7BD8-4ED7-9128-2582A70A2FE8}" type="presParOf" srcId="{A7220C27-186E-4EE4-916D-C1A9C52E69BB}" destId="{FF99B0F7-C7C5-4D53-A11F-89B742B86ED3}" srcOrd="0" destOrd="0" presId="urn:microsoft.com/office/officeart/2005/8/layout/hierarchy3"/>
    <dgm:cxn modelId="{7CBE7293-0430-4609-9661-84777D757E79}" type="presParOf" srcId="{FF99B0F7-C7C5-4D53-A11F-89B742B86ED3}" destId="{DA7909D4-A35C-48C5-81BD-2DA9C1F497F5}" srcOrd="0" destOrd="0" presId="urn:microsoft.com/office/officeart/2005/8/layout/hierarchy3"/>
    <dgm:cxn modelId="{6C019A69-45AD-47E2-989E-09F836F763D3}" type="presParOf" srcId="{FF99B0F7-C7C5-4D53-A11F-89B742B86ED3}" destId="{A002B287-27AB-46D3-B39A-D9C1254D54D1}" srcOrd="1" destOrd="0" presId="urn:microsoft.com/office/officeart/2005/8/layout/hierarchy3"/>
    <dgm:cxn modelId="{A332E435-D08D-4B50-A9D4-B1358BCADDF8}" type="presParOf" srcId="{A7220C27-186E-4EE4-916D-C1A9C52E69BB}" destId="{F414E513-BA02-45F1-905B-9E42BB895240}" srcOrd="1" destOrd="0" presId="urn:microsoft.com/office/officeart/2005/8/layout/hierarchy3"/>
    <dgm:cxn modelId="{D0E13E84-5F02-4559-A865-7FACFF8DE967}" type="presParOf" srcId="{0F72E14E-0EE3-4695-8458-129ED989F0D5}" destId="{AE6F2CF1-BE7C-4932-A3F1-39FD17B05551}" srcOrd="1" destOrd="0" presId="urn:microsoft.com/office/officeart/2005/8/layout/hierarchy3"/>
    <dgm:cxn modelId="{2FC8693B-0A66-43D6-B0AF-945107F7DAA8}" type="presParOf" srcId="{AE6F2CF1-BE7C-4932-A3F1-39FD17B05551}" destId="{4E5C5EAA-7099-4505-8AD0-AABC38F71059}" srcOrd="0" destOrd="0" presId="urn:microsoft.com/office/officeart/2005/8/layout/hierarchy3"/>
    <dgm:cxn modelId="{48A31788-0093-435E-96D9-95395669C213}" type="presParOf" srcId="{4E5C5EAA-7099-4505-8AD0-AABC38F71059}" destId="{8FB0F05F-C837-473B-A1B2-C225783C95D5}" srcOrd="0" destOrd="0" presId="urn:microsoft.com/office/officeart/2005/8/layout/hierarchy3"/>
    <dgm:cxn modelId="{2D3B115C-C6D6-425F-B394-9A2E4CDC9997}" type="presParOf" srcId="{4E5C5EAA-7099-4505-8AD0-AABC38F71059}" destId="{DAD9340B-F9C8-4437-8874-DC19AE4B0B3F}" srcOrd="1" destOrd="0" presId="urn:microsoft.com/office/officeart/2005/8/layout/hierarchy3"/>
    <dgm:cxn modelId="{BB0B7AE2-9121-4B15-8056-55E5A9B504B8}" type="presParOf" srcId="{AE6F2CF1-BE7C-4932-A3F1-39FD17B05551}" destId="{B0D0FC75-C341-454A-A79F-0ED2877F94C0}" srcOrd="1" destOrd="0" presId="urn:microsoft.com/office/officeart/2005/8/layout/hierarchy3"/>
    <dgm:cxn modelId="{D9F6F831-7B29-47ED-887F-7AB602061E15}" type="presParOf" srcId="{0F72E14E-0EE3-4695-8458-129ED989F0D5}" destId="{69088EAC-12BB-43B8-A247-0D539E8010D1}" srcOrd="2" destOrd="0" presId="urn:microsoft.com/office/officeart/2005/8/layout/hierarchy3"/>
    <dgm:cxn modelId="{0A6B1F04-0856-440C-AE0B-EBA191003309}" type="presParOf" srcId="{69088EAC-12BB-43B8-A247-0D539E8010D1}" destId="{CA648A27-9492-42B2-A3DB-4C8992A8F633}" srcOrd="0" destOrd="0" presId="urn:microsoft.com/office/officeart/2005/8/layout/hierarchy3"/>
    <dgm:cxn modelId="{9D6F2F8C-A7E7-4C6F-A984-A9075ED829C5}" type="presParOf" srcId="{CA648A27-9492-42B2-A3DB-4C8992A8F633}" destId="{2E856EEC-DC4E-447F-9E65-9525E99EF4AB}" srcOrd="0" destOrd="0" presId="urn:microsoft.com/office/officeart/2005/8/layout/hierarchy3"/>
    <dgm:cxn modelId="{4A341FD9-D699-4E76-807F-78D74724065C}" type="presParOf" srcId="{CA648A27-9492-42B2-A3DB-4C8992A8F633}" destId="{C8747CBA-FFE8-46B6-9381-AD3CC33D5D83}" srcOrd="1" destOrd="0" presId="urn:microsoft.com/office/officeart/2005/8/layout/hierarchy3"/>
    <dgm:cxn modelId="{D836E954-9F17-4F8F-8347-D3B40ED9E939}" type="presParOf" srcId="{69088EAC-12BB-43B8-A247-0D539E8010D1}" destId="{3C5ECA8A-F9C3-49B8-A868-B77AD6A75E1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9F9CB5-C814-499F-A493-E81A92E64EE2}" type="doc">
      <dgm:prSet loTypeId="urn:microsoft.com/office/officeart/2005/8/layout/process5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90DCDD85-88E2-4061-A004-2C505855BD7C}">
      <dgm:prSet custT="1"/>
      <dgm:spPr/>
      <dgm:t>
        <a:bodyPr/>
        <a:lstStyle/>
        <a:p>
          <a:pPr rtl="0"/>
          <a:r>
            <a:rPr 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样品试剂</a:t>
          </a:r>
          <a:r>
            <a:rPr lang="zh-CN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名</a:t>
          </a:r>
          <a:r>
            <a:rPr lang="zh-CN" altLang="en-US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称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pH</a:t>
          </a:r>
          <a:r>
            <a:rPr lang="zh-CN" altLang="en-US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值</a:t>
          </a:r>
          <a:endParaRPr lang="zh-CN" sz="14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A2815A-FF9C-4B36-A664-E883B378B177}" type="parTrans" cxnId="{487BCAA7-C332-4EB0-AB69-0B4BCDD0FC21}">
      <dgm:prSet/>
      <dgm:spPr/>
      <dgm:t>
        <a:bodyPr/>
        <a:lstStyle/>
        <a:p>
          <a:endParaRPr lang="zh-CN" altLang="en-US"/>
        </a:p>
      </dgm:t>
    </dgm:pt>
    <dgm:pt modelId="{E35E79D6-64B2-4BFC-8348-079C5F389752}" type="sibTrans" cxnId="{487BCAA7-C332-4EB0-AB69-0B4BCDD0FC2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9A08ABF-180B-484A-BD81-F1F67C23B61D}">
      <dgm:prSet custT="1"/>
      <dgm:spPr/>
      <dgm:t>
        <a:bodyPr/>
        <a:lstStyle/>
        <a:p>
          <a:pPr rtl="0"/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存放的</a:t>
          </a:r>
          <a:r>
            <a:rPr lang="zh-CN" altLang="en-US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位置</a:t>
          </a:r>
          <a:endParaRPr lang="zh-CN" altLang="en-US" sz="16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AFDEBC-4D9E-4391-8550-F7E66E1D4D8F}" type="parTrans" cxnId="{B47DDFB5-D0EC-4919-8C37-02B664A1EF6F}">
      <dgm:prSet/>
      <dgm:spPr/>
      <dgm:t>
        <a:bodyPr/>
        <a:lstStyle/>
        <a:p>
          <a:endParaRPr lang="zh-CN" altLang="en-US"/>
        </a:p>
      </dgm:t>
    </dgm:pt>
    <dgm:pt modelId="{A28196A0-51B7-4870-9F76-F1B8D203B405}" type="sibTrans" cxnId="{B47DDFB5-D0EC-4919-8C37-02B664A1EF6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0C39B4-DC73-4DDA-AB47-33906EB14DDB}">
      <dgm:prSet custT="1"/>
      <dgm:spPr/>
      <dgm:t>
        <a:bodyPr/>
        <a:lstStyle/>
        <a:p>
          <a:pPr rtl="0"/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存放</a:t>
          </a:r>
          <a:r>
            <a:rPr lang="zh-CN" altLang="en-US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温度</a:t>
          </a:r>
          <a:endParaRPr lang="zh-CN" altLang="en-US" sz="16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C8427A7-3A1B-4C7F-A360-8CB93DE8452C}" type="parTrans" cxnId="{5ED2C1CC-6E58-4C22-96B6-A243EF05B8EA}">
      <dgm:prSet/>
      <dgm:spPr/>
      <dgm:t>
        <a:bodyPr/>
        <a:lstStyle/>
        <a:p>
          <a:endParaRPr lang="zh-CN" altLang="en-US"/>
        </a:p>
      </dgm:t>
    </dgm:pt>
    <dgm:pt modelId="{B87217F1-261E-4B46-B92D-C5D69551CF4A}" type="sibTrans" cxnId="{5ED2C1CC-6E58-4C22-96B6-A243EF05B8E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E422316-E3EE-4BB4-AA7A-FC9F3AC7CA06}">
      <dgm:prSet custT="1"/>
      <dgm:spPr/>
      <dgm:t>
        <a:bodyPr/>
        <a:lstStyle/>
        <a:p>
          <a:pPr rtl="0"/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样品试剂保存的</a:t>
          </a:r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直接负责人</a:t>
          </a:r>
          <a:endParaRPr lang="zh-CN" altLang="en-US" sz="16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B767DA-3327-44D9-A035-BD1A561EB9CD}" type="parTrans" cxnId="{9BDA7BC4-B33B-4050-8400-8397A03C9E38}">
      <dgm:prSet/>
      <dgm:spPr/>
      <dgm:t>
        <a:bodyPr/>
        <a:lstStyle/>
        <a:p>
          <a:endParaRPr lang="zh-CN" altLang="en-US"/>
        </a:p>
      </dgm:t>
    </dgm:pt>
    <dgm:pt modelId="{BD75F0DC-7301-41DD-9C41-F189C1C714E4}" type="sibTrans" cxnId="{9BDA7BC4-B33B-4050-8400-8397A03C9E38}">
      <dgm:prSet/>
      <dgm:spPr/>
      <dgm:t>
        <a:bodyPr/>
        <a:lstStyle/>
        <a:p>
          <a:endParaRPr lang="zh-CN" altLang="en-US"/>
        </a:p>
      </dgm:t>
    </dgm:pt>
    <dgm:pt modelId="{E4949DEA-8016-437C-A078-322A7C40ABD4}" type="pres">
      <dgm:prSet presAssocID="{699F9CB5-C814-499F-A493-E81A92E64EE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152D865-F205-470B-BEE7-647D1DEFDBFC}" type="pres">
      <dgm:prSet presAssocID="{90DCDD85-88E2-4061-A004-2C505855BD7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C745868-12D8-4618-8B75-EE814C7343F6}" type="pres">
      <dgm:prSet presAssocID="{E35E79D6-64B2-4BFC-8348-079C5F389752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DB2F95DD-4B69-4DD2-BEC4-4BBD8DBC7E4E}" type="pres">
      <dgm:prSet presAssocID="{E35E79D6-64B2-4BFC-8348-079C5F389752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A2250677-776F-45BA-8AA7-73E9409108D1}" type="pres">
      <dgm:prSet presAssocID="{09A08ABF-180B-484A-BD81-F1F67C23B61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6025A7-0A9E-44D8-B1EC-A8118690AD12}" type="pres">
      <dgm:prSet presAssocID="{A28196A0-51B7-4870-9F76-F1B8D203B405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FE0B9581-AF77-4948-89C9-3AF3E6D47243}" type="pres">
      <dgm:prSet presAssocID="{A28196A0-51B7-4870-9F76-F1B8D203B405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053A28FD-9636-46F7-8E95-3B1BA1030DE2}" type="pres">
      <dgm:prSet presAssocID="{980C39B4-DC73-4DDA-AB47-33906EB14DD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BB855B6-A1F8-4C49-85E5-01DDC2727FFA}" type="pres">
      <dgm:prSet presAssocID="{B87217F1-261E-4B46-B92D-C5D69551CF4A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7CD8515B-84CB-446C-A512-B38901FEE867}" type="pres">
      <dgm:prSet presAssocID="{B87217F1-261E-4B46-B92D-C5D69551CF4A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768880CC-7A98-450D-A4D7-B61DC8C4BB00}" type="pres">
      <dgm:prSet presAssocID="{BE422316-E3EE-4BB4-AA7A-FC9F3AC7CA0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BDA7BC4-B33B-4050-8400-8397A03C9E38}" srcId="{699F9CB5-C814-499F-A493-E81A92E64EE2}" destId="{BE422316-E3EE-4BB4-AA7A-FC9F3AC7CA06}" srcOrd="3" destOrd="0" parTransId="{B9B767DA-3327-44D9-A035-BD1A561EB9CD}" sibTransId="{BD75F0DC-7301-41DD-9C41-F189C1C714E4}"/>
    <dgm:cxn modelId="{5ED2C1CC-6E58-4C22-96B6-A243EF05B8EA}" srcId="{699F9CB5-C814-499F-A493-E81A92E64EE2}" destId="{980C39B4-DC73-4DDA-AB47-33906EB14DDB}" srcOrd="2" destOrd="0" parTransId="{AC8427A7-3A1B-4C7F-A360-8CB93DE8452C}" sibTransId="{B87217F1-261E-4B46-B92D-C5D69551CF4A}"/>
    <dgm:cxn modelId="{7B4C3FBF-2518-4170-8582-D788EAA89710}" type="presOf" srcId="{B87217F1-261E-4B46-B92D-C5D69551CF4A}" destId="{7CD8515B-84CB-446C-A512-B38901FEE867}" srcOrd="1" destOrd="0" presId="urn:microsoft.com/office/officeart/2005/8/layout/process5"/>
    <dgm:cxn modelId="{D86A4710-4D66-4841-9DED-D2A69CF6DA49}" type="presOf" srcId="{B87217F1-261E-4B46-B92D-C5D69551CF4A}" destId="{EBB855B6-A1F8-4C49-85E5-01DDC2727FFA}" srcOrd="0" destOrd="0" presId="urn:microsoft.com/office/officeart/2005/8/layout/process5"/>
    <dgm:cxn modelId="{67B40600-09F7-41E6-9C8B-119EFE900E02}" type="presOf" srcId="{BE422316-E3EE-4BB4-AA7A-FC9F3AC7CA06}" destId="{768880CC-7A98-450D-A4D7-B61DC8C4BB00}" srcOrd="0" destOrd="0" presId="urn:microsoft.com/office/officeart/2005/8/layout/process5"/>
    <dgm:cxn modelId="{EBCCC61D-7C97-4452-9DBF-B9D22A1D8250}" type="presOf" srcId="{980C39B4-DC73-4DDA-AB47-33906EB14DDB}" destId="{053A28FD-9636-46F7-8E95-3B1BA1030DE2}" srcOrd="0" destOrd="0" presId="urn:microsoft.com/office/officeart/2005/8/layout/process5"/>
    <dgm:cxn modelId="{487BCAA7-C332-4EB0-AB69-0B4BCDD0FC21}" srcId="{699F9CB5-C814-499F-A493-E81A92E64EE2}" destId="{90DCDD85-88E2-4061-A004-2C505855BD7C}" srcOrd="0" destOrd="0" parTransId="{79A2815A-FF9C-4B36-A664-E883B378B177}" sibTransId="{E35E79D6-64B2-4BFC-8348-079C5F389752}"/>
    <dgm:cxn modelId="{AA295CFD-67D2-47A9-BF18-DF240659AB74}" type="presOf" srcId="{E35E79D6-64B2-4BFC-8348-079C5F389752}" destId="{2C745868-12D8-4618-8B75-EE814C7343F6}" srcOrd="0" destOrd="0" presId="urn:microsoft.com/office/officeart/2005/8/layout/process5"/>
    <dgm:cxn modelId="{9CA77F90-D87A-4DD1-BB79-74946598B803}" type="presOf" srcId="{A28196A0-51B7-4870-9F76-F1B8D203B405}" destId="{286025A7-0A9E-44D8-B1EC-A8118690AD12}" srcOrd="0" destOrd="0" presId="urn:microsoft.com/office/officeart/2005/8/layout/process5"/>
    <dgm:cxn modelId="{CDA8E47C-224F-4D46-87FB-D7A24CD04547}" type="presOf" srcId="{A28196A0-51B7-4870-9F76-F1B8D203B405}" destId="{FE0B9581-AF77-4948-89C9-3AF3E6D47243}" srcOrd="1" destOrd="0" presId="urn:microsoft.com/office/officeart/2005/8/layout/process5"/>
    <dgm:cxn modelId="{B47DDFB5-D0EC-4919-8C37-02B664A1EF6F}" srcId="{699F9CB5-C814-499F-A493-E81A92E64EE2}" destId="{09A08ABF-180B-484A-BD81-F1F67C23B61D}" srcOrd="1" destOrd="0" parTransId="{8AAFDEBC-4D9E-4391-8550-F7E66E1D4D8F}" sibTransId="{A28196A0-51B7-4870-9F76-F1B8D203B405}"/>
    <dgm:cxn modelId="{6287AE68-43C8-45CC-8BFF-DDD939F07725}" type="presOf" srcId="{699F9CB5-C814-499F-A493-E81A92E64EE2}" destId="{E4949DEA-8016-437C-A078-322A7C40ABD4}" srcOrd="0" destOrd="0" presId="urn:microsoft.com/office/officeart/2005/8/layout/process5"/>
    <dgm:cxn modelId="{A6AF7346-B308-4F6A-8111-04C2820EC951}" type="presOf" srcId="{E35E79D6-64B2-4BFC-8348-079C5F389752}" destId="{DB2F95DD-4B69-4DD2-BEC4-4BBD8DBC7E4E}" srcOrd="1" destOrd="0" presId="urn:microsoft.com/office/officeart/2005/8/layout/process5"/>
    <dgm:cxn modelId="{33E4CA11-EB6D-489B-81C6-9D4055AB61A8}" type="presOf" srcId="{90DCDD85-88E2-4061-A004-2C505855BD7C}" destId="{4152D865-F205-470B-BEE7-647D1DEFDBFC}" srcOrd="0" destOrd="0" presId="urn:microsoft.com/office/officeart/2005/8/layout/process5"/>
    <dgm:cxn modelId="{8FEA127C-B540-4FFB-A089-5E3CF613DABB}" type="presOf" srcId="{09A08ABF-180B-484A-BD81-F1F67C23B61D}" destId="{A2250677-776F-45BA-8AA7-73E9409108D1}" srcOrd="0" destOrd="0" presId="urn:microsoft.com/office/officeart/2005/8/layout/process5"/>
    <dgm:cxn modelId="{2D920B60-302C-4128-A96E-A722DF7506F0}" type="presParOf" srcId="{E4949DEA-8016-437C-A078-322A7C40ABD4}" destId="{4152D865-F205-470B-BEE7-647D1DEFDBFC}" srcOrd="0" destOrd="0" presId="urn:microsoft.com/office/officeart/2005/8/layout/process5"/>
    <dgm:cxn modelId="{A08D6C4F-E49B-488D-AD21-C87425793FEB}" type="presParOf" srcId="{E4949DEA-8016-437C-A078-322A7C40ABD4}" destId="{2C745868-12D8-4618-8B75-EE814C7343F6}" srcOrd="1" destOrd="0" presId="urn:microsoft.com/office/officeart/2005/8/layout/process5"/>
    <dgm:cxn modelId="{A3438DEA-E3BF-41B4-9285-1CFFB6ACBE54}" type="presParOf" srcId="{2C745868-12D8-4618-8B75-EE814C7343F6}" destId="{DB2F95DD-4B69-4DD2-BEC4-4BBD8DBC7E4E}" srcOrd="0" destOrd="0" presId="urn:microsoft.com/office/officeart/2005/8/layout/process5"/>
    <dgm:cxn modelId="{E89ACAAE-90E3-4599-B8D1-EE02B107355D}" type="presParOf" srcId="{E4949DEA-8016-437C-A078-322A7C40ABD4}" destId="{A2250677-776F-45BA-8AA7-73E9409108D1}" srcOrd="2" destOrd="0" presId="urn:microsoft.com/office/officeart/2005/8/layout/process5"/>
    <dgm:cxn modelId="{04E45213-6B7F-46B2-A8AE-30956FC5A38D}" type="presParOf" srcId="{E4949DEA-8016-437C-A078-322A7C40ABD4}" destId="{286025A7-0A9E-44D8-B1EC-A8118690AD12}" srcOrd="3" destOrd="0" presId="urn:microsoft.com/office/officeart/2005/8/layout/process5"/>
    <dgm:cxn modelId="{63FBB730-EB00-4EB9-A05C-BCC875EA87AC}" type="presParOf" srcId="{286025A7-0A9E-44D8-B1EC-A8118690AD12}" destId="{FE0B9581-AF77-4948-89C9-3AF3E6D47243}" srcOrd="0" destOrd="0" presId="urn:microsoft.com/office/officeart/2005/8/layout/process5"/>
    <dgm:cxn modelId="{F10A53C5-3C2D-4B76-B5A5-1BD9E0E65137}" type="presParOf" srcId="{E4949DEA-8016-437C-A078-322A7C40ABD4}" destId="{053A28FD-9636-46F7-8E95-3B1BA1030DE2}" srcOrd="4" destOrd="0" presId="urn:microsoft.com/office/officeart/2005/8/layout/process5"/>
    <dgm:cxn modelId="{4312DBED-6B0A-45EC-8313-2947BEB6DAFD}" type="presParOf" srcId="{E4949DEA-8016-437C-A078-322A7C40ABD4}" destId="{EBB855B6-A1F8-4C49-85E5-01DDC2727FFA}" srcOrd="5" destOrd="0" presId="urn:microsoft.com/office/officeart/2005/8/layout/process5"/>
    <dgm:cxn modelId="{17FF3B9D-44C7-45F6-80C3-2481E96B5B30}" type="presParOf" srcId="{EBB855B6-A1F8-4C49-85E5-01DDC2727FFA}" destId="{7CD8515B-84CB-446C-A512-B38901FEE867}" srcOrd="0" destOrd="0" presId="urn:microsoft.com/office/officeart/2005/8/layout/process5"/>
    <dgm:cxn modelId="{8625C0D4-658C-4A27-8D57-C1B50B73D7E5}" type="presParOf" srcId="{E4949DEA-8016-437C-A078-322A7C40ABD4}" destId="{768880CC-7A98-450D-A4D7-B61DC8C4BB0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909D4-A35C-48C5-81BD-2DA9C1F497F5}">
      <dsp:nvSpPr>
        <dsp:cNvPr id="0" name=""/>
        <dsp:cNvSpPr/>
      </dsp:nvSpPr>
      <dsp:spPr>
        <a:xfrm>
          <a:off x="1264" y="952288"/>
          <a:ext cx="2959596" cy="14797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b="1" kern="12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实验对照</a:t>
          </a:r>
          <a:endParaRPr lang="zh-CN" sz="3200" kern="120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606" y="995630"/>
        <a:ext cx="2872912" cy="1393114"/>
      </dsp:txXfrm>
    </dsp:sp>
    <dsp:sp modelId="{8FB0F05F-C837-473B-A1B2-C225783C95D5}">
      <dsp:nvSpPr>
        <dsp:cNvPr id="0" name=""/>
        <dsp:cNvSpPr/>
      </dsp:nvSpPr>
      <dsp:spPr>
        <a:xfrm>
          <a:off x="3700759" y="952288"/>
          <a:ext cx="2959596" cy="14797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b="1" kern="12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生物学重复</a:t>
          </a:r>
          <a:endParaRPr lang="zh-CN" sz="32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744101" y="995630"/>
        <a:ext cx="2872912" cy="1393114"/>
      </dsp:txXfrm>
    </dsp:sp>
    <dsp:sp modelId="{2E856EEC-DC4E-447F-9E65-9525E99EF4AB}">
      <dsp:nvSpPr>
        <dsp:cNvPr id="0" name=""/>
        <dsp:cNvSpPr/>
      </dsp:nvSpPr>
      <dsp:spPr>
        <a:xfrm>
          <a:off x="7400255" y="952288"/>
          <a:ext cx="2959596" cy="14797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实验数据</a:t>
          </a:r>
          <a:r>
            <a:rPr lang="en-US" altLang="zh-CN" sz="32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32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sz="32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统计分析</a:t>
          </a:r>
          <a:endParaRPr lang="zh-CN" sz="32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443597" y="995630"/>
        <a:ext cx="2872912" cy="1393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2D865-F205-470B-BEE7-647D1DEFDBFC}">
      <dsp:nvSpPr>
        <dsp:cNvPr id="0" name=""/>
        <dsp:cNvSpPr/>
      </dsp:nvSpPr>
      <dsp:spPr>
        <a:xfrm>
          <a:off x="3702" y="522485"/>
          <a:ext cx="1618756" cy="971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样品试剂</a:t>
          </a:r>
          <a:r>
            <a:rPr lang="zh-CN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名</a:t>
          </a:r>
          <a:r>
            <a:rPr lang="zh-CN" altLang="en-US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称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pH</a:t>
          </a:r>
          <a:r>
            <a:rPr lang="zh-CN" altLang="en-US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值</a:t>
          </a:r>
          <a:endParaRPr lang="zh-CN" sz="14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149" y="550932"/>
        <a:ext cx="1561862" cy="914359"/>
      </dsp:txXfrm>
    </dsp:sp>
    <dsp:sp modelId="{2C745868-12D8-4618-8B75-EE814C7343F6}">
      <dsp:nvSpPr>
        <dsp:cNvPr id="0" name=""/>
        <dsp:cNvSpPr/>
      </dsp:nvSpPr>
      <dsp:spPr>
        <a:xfrm>
          <a:off x="1764908" y="807386"/>
          <a:ext cx="343176" cy="40145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764908" y="887676"/>
        <a:ext cx="240223" cy="240871"/>
      </dsp:txXfrm>
    </dsp:sp>
    <dsp:sp modelId="{A2250677-776F-45BA-8AA7-73E9409108D1}">
      <dsp:nvSpPr>
        <dsp:cNvPr id="0" name=""/>
        <dsp:cNvSpPr/>
      </dsp:nvSpPr>
      <dsp:spPr>
        <a:xfrm>
          <a:off x="2269960" y="522485"/>
          <a:ext cx="1618756" cy="971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存放的</a:t>
          </a:r>
          <a:r>
            <a:rPr lang="zh-CN" altLang="en-US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位置</a:t>
          </a:r>
          <a:endParaRPr lang="zh-CN" altLang="en-US" sz="16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98407" y="550932"/>
        <a:ext cx="1561862" cy="914359"/>
      </dsp:txXfrm>
    </dsp:sp>
    <dsp:sp modelId="{286025A7-0A9E-44D8-B1EC-A8118690AD12}">
      <dsp:nvSpPr>
        <dsp:cNvPr id="0" name=""/>
        <dsp:cNvSpPr/>
      </dsp:nvSpPr>
      <dsp:spPr>
        <a:xfrm>
          <a:off x="4031167" y="807386"/>
          <a:ext cx="343176" cy="40145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31167" y="887676"/>
        <a:ext cx="240223" cy="240871"/>
      </dsp:txXfrm>
    </dsp:sp>
    <dsp:sp modelId="{053A28FD-9636-46F7-8E95-3B1BA1030DE2}">
      <dsp:nvSpPr>
        <dsp:cNvPr id="0" name=""/>
        <dsp:cNvSpPr/>
      </dsp:nvSpPr>
      <dsp:spPr>
        <a:xfrm>
          <a:off x="4536219" y="522485"/>
          <a:ext cx="1618756" cy="971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存放</a:t>
          </a:r>
          <a:r>
            <a:rPr lang="zh-CN" altLang="en-US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温度</a:t>
          </a:r>
          <a:endParaRPr lang="zh-CN" altLang="en-US" sz="16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564666" y="550932"/>
        <a:ext cx="1561862" cy="914359"/>
      </dsp:txXfrm>
    </dsp:sp>
    <dsp:sp modelId="{EBB855B6-A1F8-4C49-85E5-01DDC2727FFA}">
      <dsp:nvSpPr>
        <dsp:cNvPr id="0" name=""/>
        <dsp:cNvSpPr/>
      </dsp:nvSpPr>
      <dsp:spPr>
        <a:xfrm>
          <a:off x="6297425" y="807386"/>
          <a:ext cx="343176" cy="40145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97425" y="887676"/>
        <a:ext cx="240223" cy="240871"/>
      </dsp:txXfrm>
    </dsp:sp>
    <dsp:sp modelId="{768880CC-7A98-450D-A4D7-B61DC8C4BB00}">
      <dsp:nvSpPr>
        <dsp:cNvPr id="0" name=""/>
        <dsp:cNvSpPr/>
      </dsp:nvSpPr>
      <dsp:spPr>
        <a:xfrm>
          <a:off x="6802477" y="522485"/>
          <a:ext cx="1618756" cy="971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样品试剂保存的</a:t>
          </a: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16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直接负责人</a:t>
          </a:r>
          <a:endParaRPr lang="zh-CN" altLang="en-US" sz="16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830924" y="550932"/>
        <a:ext cx="1561862" cy="914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542EB-F809-4509-924D-BE57CA719DBE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D665D-1669-490B-ABB1-60226D2C6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03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B1297-C36D-4EAB-AD19-6B48F9760A54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8FD08-EF44-406C-9BA6-2EF47EB222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93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51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135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216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252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705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7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211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1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51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mtClean="0"/>
              <a:t>有课的时间不能预约教室</a:t>
            </a:r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E682AB-7832-4BD3-9431-BA220607D128}" type="slidenum">
              <a:rPr lang="zh-CN" altLang="en-US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163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1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3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4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298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9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64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24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5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65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4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03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6203F-BC6D-4F5E-8CE2-A4177BAFCD4A}" type="datetimeFigureOut">
              <a:rPr lang="zh-CN" altLang="en-US" smtClean="0"/>
              <a:t>2024/3/24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F08B-0A6B-4195-A954-FD480C2AD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42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001000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放实验注意事项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923554" y="1772816"/>
            <a:ext cx="8344892" cy="43113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生化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实验室在非上课时间的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开放和管理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开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放实验的试剂和仪器清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开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放实验如何合理安排，高效地完成实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验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实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验设计需要重点考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虑的因素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开放实验的样品及试剂如何保存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开放实验的实验记录与实验报告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开放实验最后需要完成的工作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70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001000" cy="1214438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生化实验室在非上课时间的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开放和管理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127448" y="1772816"/>
            <a:ext cx="9937104" cy="38164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）非上课时间如需使用生化实验室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，至少提前一天按要求预约。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已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生化或其它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实验课安排的时间无法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预约。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普生实验的教学周为保持教室秩序，整周无法预约。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）非上课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时间进入生化实验室，必须按要求登记相关信息。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教室的使用时间为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8:00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21:30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）实验结束时整理并检查实验室，按要求登记相关信息后离开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）实验室的门卡及钥匙在使用后立即放回原位，切勿移至他处。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79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548680"/>
            <a:ext cx="8930952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开放实验的试剂和仪器清单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415480" y="2132856"/>
            <a:ext cx="9361040" cy="38164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）开放实验需购买的试剂，需要先查看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开放实验试剂耗材清单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清单里没有的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试剂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耗材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需及时及早提交给老师购买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）如需采购实验所需的试剂药品，正常试剂药品到货时间为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周，特殊试剂需要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）采购新的实验所需试剂，需及时将试剂药品信息更新补充到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开放实验试剂耗材清单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公共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仪器清单见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，课件里没有的仪器，请找老师解决。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8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548680"/>
            <a:ext cx="8930952" cy="1214438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开放实验如何合理安排，高效地完成实验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415480" y="2132856"/>
            <a:ext cx="9361040" cy="32403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）及时与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老师讨论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实验方法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及所需的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试剂、仪器，明确实验室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的条件能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否满足实验需求。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）提前准备好实验所需的试剂耗材清单，确保开放实验所有试剂耗材都已齐备。例如比色皿、层析柱、超滤管、针式滤器等器材，在上课时间找老师登记取用，开放实验结束时归还并登记。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式实验之前，关键的实验步骤建议做一些预实验。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前配制所需的试剂及缓冲液，于合适的温度保存。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）合理进行组内分工及合作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4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548680"/>
            <a:ext cx="8930952" cy="1214438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开放实验如何合理安排，高效地完成实验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415480" y="1916832"/>
            <a:ext cx="9361040" cy="38164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）提前调试实验所需的仪器，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没有操作过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的仪器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抽滤装置、酶标仪、扫描仪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等，在上课时间提前找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老师或助教学习使用方法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要用到分光光度计的实验，设计实验时可考虑同时使用酶标仪完成实验，实现更高通量的高效率检测。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使用酶标仪需注意：检测波长不在紫外区域，该区域使用酶标条检测会有很强的背景干扰。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计实验需要考虑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哪些实验节点可以停下来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，下次课继续实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验，确保对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整体实验的结果影响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不大。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验设计汇报讨论后，及时修正实验设计及实验方案。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67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1062434"/>
            <a:ext cx="8930952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实验设计需要重点考虑的因素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0252266"/>
              </p:ext>
            </p:extLst>
          </p:nvPr>
        </p:nvGraphicFramePr>
        <p:xfrm>
          <a:off x="915442" y="2420888"/>
          <a:ext cx="10361116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16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548680"/>
            <a:ext cx="8930952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开放实验的样品及试剂如何保存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911424" y="2204864"/>
            <a:ext cx="10361116" cy="115212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所有的样品试剂需要认真做好标记，在实验记录本上认真详细记录，记录内容包括：样品试剂名称、样品试剂存放的位置、样品试剂存放的温度、直接负责样品试剂保存的人等信息。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465144344"/>
              </p:ext>
            </p:extLst>
          </p:nvPr>
        </p:nvGraphicFramePr>
        <p:xfrm>
          <a:off x="1883532" y="3717032"/>
          <a:ext cx="8424936" cy="2016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矩形 4"/>
          <p:cNvSpPr/>
          <p:nvPr/>
        </p:nvSpPr>
        <p:spPr>
          <a:xfrm>
            <a:off x="4003119" y="566124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在实验记录本上认真详细记录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99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548680"/>
            <a:ext cx="8930952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开放实验的实验记录与开放实验报告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127448" y="2132856"/>
            <a:ext cx="10117124" cy="432048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真做好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验记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求每个大组将所有实验记录写在老师提供的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开放实验专用记录本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同一个实验，如果有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人以上参与，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该实验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只需要完成一份实验记录即可。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）组长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负责汇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所有人的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4/5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人大组上交一份开放实验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格式电子版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实验报告组内合作撰写，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组长负责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份综合实验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报告（格式参考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开放实验报告要求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24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548680"/>
            <a:ext cx="8930952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开放实验最后需要完成的工作</a:t>
            </a:r>
            <a:endParaRPr lang="en-US" altLang="zh-CN" sz="22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343472" y="2204864"/>
            <a:ext cx="9505056" cy="280831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实验结束后，最后一次讨论汇报课之前，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与老师预约时间，及时收拾、清理冰箱及室温条件下存放的全部样品、试剂、缓冲液等。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收拾整理实验室的仪器及用具，检查有无损坏或丢失，摆放归位。归还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单独取用的器材并登记。安全员按要求填写并提交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开放实验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完毕收拾整理情况总结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5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404664"/>
            <a:ext cx="8930952" cy="121443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每次课结束后需要完成的工作</a:t>
            </a:r>
            <a:endParaRPr lang="en-US" altLang="zh-CN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343472" y="1844824"/>
            <a:ext cx="9505056" cy="432048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buClrTx/>
              <a:buSzTx/>
              <a:buAutoNum type="arabicParenR"/>
            </a:pPr>
            <a:r>
              <a:rPr lang="zh-CN" altLang="en-US" sz="24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安全员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安排本组同学值日，清理所在组的实验台，保持台面干净整洁，检查本组的仪器情况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ClrTx/>
              <a:buSzTx/>
              <a:buAutoNum type="arabicParenR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如使用公共试剂台天平，需收拾清理公共试剂台天平区域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安全员学习并指导本组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同学做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生化实验室的实验垃圾分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arenR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非上课时间使用实验室，本组安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全员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必须按要求预约并登记。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非上课时间使用实验室，安全员确定本组同学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是否最后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一个离开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实验室，按要求检查实验室并登记。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CE987E-CA43-42E3-9F4C-DA31BF2C0AEC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41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1014</Words>
  <Application>Microsoft Office PowerPoint</Application>
  <PresentationFormat>自定义</PresentationFormat>
  <Paragraphs>77</Paragraphs>
  <Slides>10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主题​​</vt:lpstr>
      <vt:lpstr>开放实验注意事项</vt:lpstr>
      <vt:lpstr>生化实验室在非上课时间的开放和管理</vt:lpstr>
      <vt:lpstr>开放实验的试剂和仪器清单</vt:lpstr>
      <vt:lpstr>开放实验如何合理安排，高效地完成实验</vt:lpstr>
      <vt:lpstr>开放实验如何合理安排，高效地完成实验</vt:lpstr>
      <vt:lpstr>实验设计需要重点考虑的因素</vt:lpstr>
      <vt:lpstr>开放实验的样品及试剂如何保存</vt:lpstr>
      <vt:lpstr>开放实验的实验记录与开放实验报告</vt:lpstr>
      <vt:lpstr>开放实验最后需要完成的工作</vt:lpstr>
      <vt:lpstr>每次课结束后需要完成的工作</vt:lpstr>
    </vt:vector>
  </TitlesOfParts>
  <Company>pku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开放实验安排及注意事项</dc:title>
  <dc:creator>王 青松</dc:creator>
  <cp:lastModifiedBy>liuhlsy@qq.com</cp:lastModifiedBy>
  <cp:revision>256</cp:revision>
  <cp:lastPrinted>2021-10-15T05:27:33Z</cp:lastPrinted>
  <dcterms:created xsi:type="dcterms:W3CDTF">2021-10-15T04:49:05Z</dcterms:created>
  <dcterms:modified xsi:type="dcterms:W3CDTF">2024-03-24T12:02:58Z</dcterms:modified>
</cp:coreProperties>
</file>