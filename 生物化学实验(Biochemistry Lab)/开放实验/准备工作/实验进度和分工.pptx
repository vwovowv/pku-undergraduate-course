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2"/>
    <p:restoredTop sz="94709"/>
  </p:normalViewPr>
  <p:slideViewPr>
    <p:cSldViewPr snapToGrid="0" snapToObjects="1">
      <p:cViewPr varScale="1">
        <p:scale>
          <a:sx n="73" d="100"/>
          <a:sy n="73" d="100"/>
        </p:scale>
        <p:origin x="19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F2A7A-6E9C-584B-9B2A-7C1EC9056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C52F16-53DA-7F48-A4FE-E0B0B2485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1D66F-71D0-EA48-961A-D2526084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55BA4-003A-8941-802D-B7BE1C72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445DC-92CB-744C-B6D9-E512ABF9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886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61146-0D8F-4E44-B360-DB1647B1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867271-EF6E-D743-8CF5-4E02F8842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76C24-2941-A141-BF91-70E23131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C3D61-C42E-9E4E-98D3-41E389E9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C3B456-F704-AB45-B6C8-A8A8D59E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44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11E87-DEC2-6142-8BD1-DD2540E5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273ABC-B932-8D4B-ADBB-FE06644B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A675D-EA22-A740-A3CC-0387BEC6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239C67-FE2B-D845-A12A-7CA91DC2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523BB-B13D-684E-83C8-CAA097DA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907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2C5CD-7C3A-5C45-93F8-4E60F878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043F1-9F4E-024A-A08E-51A6FAB81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1E3130-F4E4-F64B-92F9-55A74E8B7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6C63CD-53EB-9D49-8B40-4700CC44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89044-5B21-7646-B00E-BF5F476D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C3423-1AD8-BE49-AF86-54A83BE1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618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09E00-C724-CD45-AD21-FB401ADD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2BACE6-C60E-ED4C-A09F-DB3F75D3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D12F1-2A26-C743-BF3D-8CB22A5E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65B519-9938-1140-B5EF-D6A02CA8E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0290F3-2F86-2E43-B5D8-30A402FBC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9B46CB-9F6F-D94D-98DF-EA7D2713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C28B19-6F19-1E4D-8CFE-96B258A8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7869D1-C55B-F746-8CCD-736CBFB6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634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E2986-F4AB-E144-82E0-A82AA17E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94DA8A-EFD7-A74E-998B-4AE4BAF5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9E1A4F-6190-3B43-ACE6-6A2ACBD9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E9B151-A5A8-CD4A-AEF7-DCFA40E5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152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BF32E2-3EF7-F641-9108-A95F7A52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DF0432-FD61-0C40-8AA6-874BAB47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BD471-9F53-1A4A-896F-EF077CDA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51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26EC3-6629-8D40-924A-1FFC2A1F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1A40B-CA54-114E-9F41-33371C299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FDCEC7-FE14-084C-92CF-0A1AB059D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D46E3-581E-8E41-8975-903E209D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84B449-AA4B-B24F-8F54-0D506E8F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B482C2-ABA4-1744-938D-558F9A0C0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553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CE6E1-95B8-F343-8BE0-E1D89981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CB9C11-BF85-8D48-8CB7-B7A134ADE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1D3A6A-E0B6-1E49-915C-D81B0127F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37C4A-3DC9-224A-9A18-232081AF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8BC71F-5CBF-854C-989B-05CC2282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456BC6-B4D2-EF43-8FC6-1CF0585E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44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05F0B-AF63-734B-9326-9B300FCA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335C32-695A-954B-809A-1B0CB852A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CA6B2-A7AA-A34C-B37A-3FDFCFB1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2339D-3350-8B40-81A8-8DDB2630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EE91B-5A72-9240-8A4E-8A941ABB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576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10D913-C627-6343-91C3-EBBE6F29D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64B187-BE36-C94D-AC11-833B8BBC2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A2E198-429D-BF4A-A9BF-9CC9DA1E6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9EC467-66A3-1C44-BAE7-13FDB76D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59D01-F101-F84A-B537-AD0A638D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066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C388ED-9EFC-5246-BE52-D02908AF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829B77-5F96-A24F-B8A9-561837D80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48BE5-BF3D-FA4D-B736-0D02F7DF4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97102-E7F0-7740-9B3C-581343E1C660}" type="datetimeFigureOut">
              <a:rPr kumimoji="1" lang="zh-CN" altLang="en-US" smtClean="0"/>
              <a:t>2024/10/31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2581B2-65D6-6B43-A0FD-7DBFF8F2A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517E6-BE31-DB47-B3B7-0D947B790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68E7E-FDB7-4745-9A0E-6E53A11FB3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471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DE91506-324C-734F-8450-D6D098438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97771"/>
              </p:ext>
            </p:extLst>
          </p:nvPr>
        </p:nvGraphicFramePr>
        <p:xfrm>
          <a:off x="1263424" y="1292889"/>
          <a:ext cx="9990730" cy="494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146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1294268">
                <a:tc>
                  <a:txBody>
                    <a:bodyPr/>
                    <a:lstStyle/>
                    <a:p>
                      <a:r>
                        <a:rPr lang="zh-CN" altLang="en-US" dirty="0"/>
                        <a:t>酶溶液配制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酶溶液配制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血液样品制备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肝脏样品制备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肝脏样品制备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测定胆固醇检测限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小鼠标准加入法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法标准加入法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制作胆固醇标准曲线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67D1839-7AB5-BE4D-8025-36B98485CC9C}"/>
              </a:ext>
            </a:extLst>
          </p:cNvPr>
          <p:cNvSpPr txBox="1"/>
          <p:nvPr/>
        </p:nvSpPr>
        <p:spPr>
          <a:xfrm>
            <a:off x="4906108" y="624673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第一周 酶法</a:t>
            </a:r>
            <a:endParaRPr kumimoji="1"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67276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DE91506-324C-734F-8450-D6D098438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43309"/>
              </p:ext>
            </p:extLst>
          </p:nvPr>
        </p:nvGraphicFramePr>
        <p:xfrm>
          <a:off x="1263424" y="1257720"/>
          <a:ext cx="9990730" cy="494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146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1294268">
                <a:tc>
                  <a:txBody>
                    <a:bodyPr/>
                    <a:lstStyle/>
                    <a:p>
                      <a:r>
                        <a:rPr lang="zh-CN" altLang="en-US" dirty="0"/>
                        <a:t>磷硫铁溶试剂配制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标准胆固醇样品溶液配制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血液样品制备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肝脏样品制备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肝脏样品制备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测定胆固醇检测限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小鼠标准加入法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法标准加入法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制作胆固醇标准曲线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6FBF0E6-AACE-224B-AF35-907D23FC5BBF}"/>
              </a:ext>
            </a:extLst>
          </p:cNvPr>
          <p:cNvSpPr txBox="1"/>
          <p:nvPr/>
        </p:nvSpPr>
        <p:spPr>
          <a:xfrm>
            <a:off x="4853354" y="429009"/>
            <a:ext cx="2424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第二周 磷硫铁法</a:t>
            </a:r>
            <a:endParaRPr kumimoji="1"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403212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DE91506-324C-734F-8450-D6D098438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92568"/>
              </p:ext>
            </p:extLst>
          </p:nvPr>
        </p:nvGraphicFramePr>
        <p:xfrm>
          <a:off x="1245840" y="1605915"/>
          <a:ext cx="9990730" cy="3646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146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1998146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测定胆固醇检测限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wt</a:t>
                      </a:r>
                      <a:r>
                        <a:rPr lang="zh-CN" altLang="en-US" dirty="0"/>
                        <a:t>小鼠标准加入法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小鼠标准曲线法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 err="1"/>
                        <a:t>ob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ob</a:t>
                      </a:r>
                      <a:r>
                        <a:rPr lang="zh-CN" altLang="en-US" dirty="0"/>
                        <a:t>法标准加入法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1215390">
                <a:tc>
                  <a:txBody>
                    <a:bodyPr/>
                    <a:lstStyle/>
                    <a:p>
                      <a:r>
                        <a:rPr lang="zh-CN" altLang="en-US" dirty="0"/>
                        <a:t>制作胆固醇标准曲线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5955B88-B4E7-234C-9E52-265DAFB68865}"/>
              </a:ext>
            </a:extLst>
          </p:cNvPr>
          <p:cNvSpPr txBox="1"/>
          <p:nvPr/>
        </p:nvSpPr>
        <p:spPr>
          <a:xfrm>
            <a:off x="4906108" y="624673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第三周 试剂盒方法</a:t>
            </a:r>
            <a:endParaRPr kumimoji="1"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80481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174</Words>
  <Application>Microsoft Macintosh PowerPoint</Application>
  <PresentationFormat>宽屏</PresentationFormat>
  <Paragraphs>46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2</cp:revision>
  <dcterms:created xsi:type="dcterms:W3CDTF">2024-10-31T00:58:33Z</dcterms:created>
  <dcterms:modified xsi:type="dcterms:W3CDTF">2024-10-31T01:29:37Z</dcterms:modified>
</cp:coreProperties>
</file>