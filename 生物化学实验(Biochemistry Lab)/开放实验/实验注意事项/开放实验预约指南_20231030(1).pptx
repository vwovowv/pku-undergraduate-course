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2" r:id="rId4"/>
    <p:sldId id="257" r:id="rId5"/>
    <p:sldId id="258" r:id="rId6"/>
    <p:sldId id="263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7" autoAdjust="0"/>
    <p:restoredTop sz="86398" autoAdjust="0"/>
  </p:normalViewPr>
  <p:slideViewPr>
    <p:cSldViewPr snapToGrid="0" showGuides="1">
      <p:cViewPr>
        <p:scale>
          <a:sx n="75" d="100"/>
          <a:sy n="75" d="100"/>
        </p:scale>
        <p:origin x="-276" y="-1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B83BA-1E0D-455C-90E3-AE2A1E673B7E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948D5-EA32-49CF-8B80-3D9FEC4DF1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275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48D5-EA32-49CF-8B80-3D9FEC4DF1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698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48D5-EA32-49CF-8B80-3D9FEC4DF1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218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44CC87D-2817-53A9-FDDF-20F172EAC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60595E50-7DAF-B489-2AAD-148D31CCC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8943B202-2F47-B17E-D339-0D5B8127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F2089FFE-7F89-E322-2514-23E5CB92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5550B9B-99A7-1259-885E-6AEAA738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26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07BC20C-B904-74A7-F7BE-949F0D09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96C56ADE-4E03-235B-3F39-EC62B7195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4FFED68A-5A21-DDC8-5DAA-EBAFCB73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7B7F4DE4-3CE5-09F1-4E5E-D142FF1E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357D3074-E6D2-1839-3E27-1B7F9A2B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866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3DAC950-C115-C91D-20FC-A4EEE75C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12D1D4AE-7E79-0CB8-F0F0-9B3246BA7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F283D889-8102-30AF-7285-6D318184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95C979C6-4DDE-C7E6-CFF2-BB98FF2DA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DC3C2C5C-CF9A-2C3C-13F9-6E78EAFE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4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9D746B7-3640-5DEF-174C-6E7DC9DD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6276580-B4E5-1841-CF10-B30895EF3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418AC556-F2C3-2D42-2984-BA7D27D94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86290105-8B85-A8A3-5037-B81A7AB0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84E6DBFA-702D-4FDC-5CA9-08CC8E8B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7482EF97-AEB8-C5C0-1A3A-5419E1DD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358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DD848A4-04D3-E47A-2A22-5B922131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D010946-1362-C90E-44DC-AF0A67131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81C30821-D69C-BF33-FEAF-4B7A4A8B7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05A6400C-FDA1-ABC4-5E89-79E32FC86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6D1F3F31-A7C8-709A-BF22-F030CEFEB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CD038488-28BE-B918-5EE7-2456B7E0E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E3A32C97-C8B9-AE86-A2AB-000ED821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79FAC2DF-E7CB-7481-C2DD-48760EFF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66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7EE6132-9580-5493-91A9-CC9B7D7D2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E35A7778-4E6B-A08C-8BEF-CCE8225C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E5798A05-A019-EB16-6E55-AA651C9B9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600C683F-0CBD-BEC4-410D-A82EED3F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29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F1DAC2E9-BB85-36F8-9C67-AE73D88D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40BF849C-91B0-DEF9-29E5-C093BF21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DAB31834-BE8C-03C9-C5F0-6D7865C4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80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9874592-4F53-F333-1CC5-31E5B5BA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40691AE9-DA10-BF52-6DF0-8D3DFE262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8909F44A-03E7-7F3C-ED3D-F4DF7FA24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AC2C76F3-063F-034F-579D-B5BFA216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A12BE5D6-B808-7188-D808-DB172B9B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4371E706-E064-93FF-012E-8236EC0A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87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7CED924-87CA-0421-E89B-1AE3BDC7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682128B4-A511-F38F-59A8-F50CEF04A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C295CCAD-8EB8-7A90-E812-608DF481E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52574D9E-8501-A418-43BE-6031148AB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29DA2EB4-B9D9-89AB-6588-F97AC5B4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7C4EBF70-5738-486D-5986-6FB32FBD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37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AD8D4D9-B1D1-D320-801C-CF6C0AFE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11CA7781-4626-2B87-F478-4CD42971B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5BDFFF74-2184-54B4-C0D1-880CBA3F9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E9AFA65-6363-9E4E-7D66-DECD520CB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F7A8FFAB-75E9-4357-FFC7-87FA855B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90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EFFF6202-947E-1972-5D22-2F2989CAA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FC212E47-2181-7F85-A71C-0427891BB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E4545898-6982-9541-DF3B-9F05F239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46DD22CE-54B5-5D5D-9DFE-E22DB92F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B526ECC4-D528-6645-B679-3B2D7956E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11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BF78E821-8BA8-1038-F24E-4F08C76A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58D14E65-7A86-E34A-78C6-AE290EAB8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7B2C4710-D3D4-35C3-8D9D-45BE70305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8153B-CC89-4798-9E9B-FA568171B784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0686E8A8-52D0-49B3-7EEF-FC60263F71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7D7B0611-FC3E-F8B0-1371-43B51DE2F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3D369-318B-42FE-B6E7-188E44608A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45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jx.cn/vm/hl9wYbP.aspx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蓝色多边形背景的商务幻灯片背景图片- 第一PPT">
            <a:extLst>
              <a:ext uri="{FF2B5EF4-FFF2-40B4-BE49-F238E27FC236}">
                <a16:creationId xmlns="" xmlns:a16="http://schemas.microsoft.com/office/drawing/2014/main" id="{0D4FB6C6-16A4-F259-95D3-A66D473C6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16" y="0"/>
            <a:ext cx="12290588" cy="690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E17DF9D-278E-223E-08F0-5F7A8B7B2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+mn-lt"/>
                <a:ea typeface="+mn-ea"/>
                <a:cs typeface="+mn-ea"/>
                <a:sym typeface="+mn-lt"/>
              </a:rPr>
              <a:t>生物化学实验</a:t>
            </a:r>
            <a:r>
              <a:rPr lang="en-US" altLang="zh-CN" b="1" dirty="0" smtClean="0">
                <a:latin typeface="+mn-lt"/>
                <a:ea typeface="+mn-ea"/>
                <a:cs typeface="+mn-ea"/>
                <a:sym typeface="+mn-lt"/>
              </a:rPr>
              <a:t/>
            </a:r>
            <a:br>
              <a:rPr lang="en-US" altLang="zh-CN" b="1" dirty="0" smtClean="0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b="1" dirty="0" smtClean="0">
                <a:latin typeface="+mn-lt"/>
                <a:ea typeface="+mn-ea"/>
                <a:cs typeface="+mn-ea"/>
                <a:sym typeface="+mn-lt"/>
              </a:rPr>
              <a:t>开放实验预约指南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315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A5730091-8414-E35A-6B53-E4F127738BDC}"/>
              </a:ext>
            </a:extLst>
          </p:cNvPr>
          <p:cNvSpPr/>
          <p:nvPr/>
        </p:nvSpPr>
        <p:spPr>
          <a:xfrm>
            <a:off x="1829448" y="2136339"/>
            <a:ext cx="8533105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重要提示</a:t>
            </a:r>
            <a:endParaRPr lang="en-US" altLang="zh-CN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预约和离开按照要求填写，</a:t>
            </a:r>
            <a:endParaRPr lang="en-US" altLang="zh-CN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计入平时成绩</a:t>
            </a:r>
            <a:r>
              <a:rPr lang="zh-CN" alt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！</a:t>
            </a:r>
            <a:endParaRPr lang="zh-CN" altLang="en-US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0890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蓝色清爽简洁曲线PPT背景图片- 第一PPT">
            <a:extLst>
              <a:ext uri="{FF2B5EF4-FFF2-40B4-BE49-F238E27FC236}">
                <a16:creationId xmlns="" xmlns:a16="http://schemas.microsoft.com/office/drawing/2014/main" id="{18F5E55B-2F60-F05A-3FCA-717E97D9B9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3">
            <a:extLst>
              <a:ext uri="{FF2B5EF4-FFF2-40B4-BE49-F238E27FC236}">
                <a16:creationId xmlns="" xmlns:a16="http://schemas.microsoft.com/office/drawing/2014/main" id="{C47856B5-E8F4-95D5-1538-A8F71109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一、预约指南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28EE13C0-BCF5-857A-3271-9C76EE28C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977390"/>
            <a:ext cx="10515600" cy="1500187"/>
          </a:xfrm>
        </p:spPr>
        <p:txBody>
          <a:bodyPr/>
          <a:lstStyle/>
          <a:p>
            <a:r>
              <a:rPr lang="zh-CN" altLang="en-US" b="1">
                <a:solidFill>
                  <a:schemeClr val="tx1"/>
                </a:solidFill>
                <a:cs typeface="+mn-ea"/>
                <a:sym typeface="+mn-lt"/>
              </a:rPr>
              <a:t>小程序预约</a:t>
            </a:r>
          </a:p>
        </p:txBody>
      </p:sp>
    </p:spTree>
    <p:extLst>
      <p:ext uri="{BB962C8B-B14F-4D97-AF65-F5344CB8AC3E}">
        <p14:creationId xmlns:p14="http://schemas.microsoft.com/office/powerpoint/2010/main" val="201391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蓝色清爽简洁曲线PPT背景图片- 第一PPT">
            <a:extLst>
              <a:ext uri="{FF2B5EF4-FFF2-40B4-BE49-F238E27FC236}">
                <a16:creationId xmlns="" xmlns:a16="http://schemas.microsoft.com/office/drawing/2014/main" id="{352331C0-490F-C0E8-7EBB-E6A0DAD829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B0871FB6-B47C-008D-8B08-E5B4EDABB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217972"/>
            <a:ext cx="10528300" cy="5259027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cs typeface="+mn-ea"/>
                <a:sym typeface="+mn-lt"/>
              </a:rPr>
              <a:t>微信</a:t>
            </a:r>
            <a:r>
              <a:rPr lang="zh-CN" altLang="en-US" dirty="0">
                <a:cs typeface="+mn-ea"/>
                <a:sym typeface="+mn-lt"/>
              </a:rPr>
              <a:t>小</a:t>
            </a:r>
            <a:r>
              <a:rPr lang="zh-CN" altLang="en-US" dirty="0" smtClean="0">
                <a:cs typeface="+mn-ea"/>
                <a:sym typeface="+mn-lt"/>
              </a:rPr>
              <a:t>程序</a:t>
            </a:r>
            <a:r>
              <a:rPr lang="en-US" altLang="zh-CN" dirty="0" smtClean="0">
                <a:cs typeface="+mn-ea"/>
                <a:sym typeface="+mn-lt"/>
              </a:rPr>
              <a:t>——</a:t>
            </a:r>
            <a:r>
              <a:rPr lang="zh-CN" altLang="en-US" dirty="0" smtClean="0">
                <a:cs typeface="+mn-ea"/>
                <a:sym typeface="+mn-lt"/>
              </a:rPr>
              <a:t>金山</a:t>
            </a:r>
            <a:r>
              <a:rPr lang="zh-CN" altLang="en-US" dirty="0">
                <a:cs typeface="+mn-ea"/>
                <a:sym typeface="+mn-lt"/>
              </a:rPr>
              <a:t>日历</a:t>
            </a:r>
            <a:endParaRPr lang="en-US" altLang="zh-CN" dirty="0">
              <a:cs typeface="+mn-ea"/>
              <a:sym typeface="+mn-lt"/>
            </a:endParaRPr>
          </a:p>
          <a:p>
            <a:endParaRPr lang="en-US" altLang="zh-CN" dirty="0" smtClean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cs typeface="+mn-ea"/>
                <a:sym typeface="+mn-lt"/>
              </a:rPr>
              <a:t>大组</a:t>
            </a:r>
            <a:r>
              <a:rPr lang="zh-CN" altLang="en-US" dirty="0" smtClean="0">
                <a:cs typeface="+mn-ea"/>
                <a:sym typeface="+mn-lt"/>
              </a:rPr>
              <a:t>组长</a:t>
            </a:r>
            <a:r>
              <a:rPr lang="zh-CN" altLang="en-US" dirty="0" smtClean="0">
                <a:cs typeface="+mn-ea"/>
                <a:sym typeface="+mn-lt"/>
              </a:rPr>
              <a:t>或预约人</a:t>
            </a:r>
            <a:r>
              <a:rPr lang="zh-CN" altLang="en-US" dirty="0" smtClean="0">
                <a:cs typeface="+mn-ea"/>
                <a:sym typeface="+mn-lt"/>
              </a:rPr>
              <a:t>加入</a:t>
            </a:r>
            <a:r>
              <a:rPr lang="zh-CN" altLang="en-US" dirty="0">
                <a:cs typeface="+mn-ea"/>
                <a:sym typeface="+mn-lt"/>
              </a:rPr>
              <a:t>对应班级共享</a:t>
            </a:r>
            <a:r>
              <a:rPr lang="zh-CN" altLang="en-US" dirty="0" smtClean="0">
                <a:cs typeface="+mn-ea"/>
                <a:sym typeface="+mn-lt"/>
              </a:rPr>
              <a:t>日历</a:t>
            </a:r>
            <a:endParaRPr lang="en-US" altLang="zh-CN" dirty="0" smtClean="0">
              <a:cs typeface="+mn-ea"/>
              <a:sym typeface="+mn-lt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cs typeface="+mn-ea"/>
                <a:sym typeface="+mn-lt"/>
              </a:rPr>
              <a:t>微</a:t>
            </a:r>
            <a:r>
              <a:rPr lang="zh-CN" altLang="en-US" sz="2800" dirty="0">
                <a:cs typeface="+mn-ea"/>
                <a:sym typeface="+mn-lt"/>
              </a:rPr>
              <a:t>信群通知加入</a:t>
            </a:r>
            <a:r>
              <a:rPr lang="zh-CN" altLang="en-US" sz="2800" dirty="0" smtClean="0">
                <a:cs typeface="+mn-ea"/>
                <a:sym typeface="+mn-lt"/>
              </a:rPr>
              <a:t>方式</a:t>
            </a:r>
            <a:endParaRPr lang="en-US" altLang="zh-CN" sz="2800" dirty="0" smtClean="0">
              <a:cs typeface="+mn-ea"/>
              <a:sym typeface="+mn-lt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cs typeface="+mn-ea"/>
                <a:sym typeface="+mn-lt"/>
              </a:rPr>
              <a:t>注意</a:t>
            </a:r>
            <a:r>
              <a:rPr lang="zh-CN" altLang="en-US" sz="2800" dirty="0" smtClean="0">
                <a:cs typeface="+mn-ea"/>
                <a:sym typeface="+mn-lt"/>
              </a:rPr>
              <a:t>使用助教发布的共享日历，不能是个人开设的日历，否则未统计在预约信息内</a:t>
            </a:r>
            <a:endParaRPr lang="en-US" altLang="zh-CN" sz="2800" dirty="0"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4" y="1838326"/>
            <a:ext cx="3914775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390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蓝色清爽简洁曲线PPT背景图片- 第一PPT">
            <a:extLst>
              <a:ext uri="{FF2B5EF4-FFF2-40B4-BE49-F238E27FC236}">
                <a16:creationId xmlns="" xmlns:a16="http://schemas.microsoft.com/office/drawing/2014/main" id="{B1E91306-193D-DA68-22A3-15EAA38A4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41944A5-C784-0836-E3AA-256851B6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必做事项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0E4E7DF-EBC4-54C3-F0A5-090640909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金山日历小程序预约 </a:t>
            </a:r>
            <a:r>
              <a:rPr lang="en-US" altLang="zh-CN" dirty="0">
                <a:cs typeface="+mn-ea"/>
                <a:sym typeface="+mn-lt"/>
              </a:rPr>
              <a:t>+ </a:t>
            </a:r>
            <a:r>
              <a:rPr lang="zh-CN" altLang="en-US" dirty="0">
                <a:cs typeface="+mn-ea"/>
                <a:sym typeface="+mn-lt"/>
              </a:rPr>
              <a:t>预约成功后“分享日程”于课程群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FBAD6AED-7EC3-1B7F-7EE8-620C9CB55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24429"/>
            <a:ext cx="1812779" cy="332047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6DC04858-5E67-4F72-0964-41DA1C4B1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8729" y="2524429"/>
            <a:ext cx="1941270" cy="35513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86D2A256-23A9-37F0-0AC8-6951446F75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749" y="2524429"/>
            <a:ext cx="1946431" cy="35513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2B2A0E64-5942-3964-FC4E-516710EBB6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1930" y="2524429"/>
            <a:ext cx="1941270" cy="358426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7BA2185C-3B3F-3CB0-6A42-9687C92CC13D}"/>
              </a:ext>
            </a:extLst>
          </p:cNvPr>
          <p:cNvSpPr/>
          <p:nvPr/>
        </p:nvSpPr>
        <p:spPr>
          <a:xfrm>
            <a:off x="8510468" y="5567979"/>
            <a:ext cx="3262432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点击“分享日程”</a:t>
            </a:r>
            <a:endParaRPr lang="en-US" altLang="zh-CN" sz="30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</a:endParaRPr>
          </a:p>
          <a:p>
            <a:pPr algn="ctr"/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发送至课程群</a:t>
            </a:r>
            <a:endParaRPr lang="zh-CN" altLang="en-US" sz="30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7941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蓝色清爽简洁曲线PPT背景图片- 第一PPT">
            <a:extLst>
              <a:ext uri="{FF2B5EF4-FFF2-40B4-BE49-F238E27FC236}">
                <a16:creationId xmlns="" xmlns:a16="http://schemas.microsoft.com/office/drawing/2014/main" id="{D4D29B1A-F5A0-5E4F-1951-9CF31CDA1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3">
            <a:extLst>
              <a:ext uri="{FF2B5EF4-FFF2-40B4-BE49-F238E27FC236}">
                <a16:creationId xmlns="" xmlns:a16="http://schemas.microsoft.com/office/drawing/2014/main" id="{C47856B5-E8F4-95D5-1538-A8F71109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二、实验</a:t>
            </a:r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结束登记方法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28EE13C0-BCF5-857A-3271-9C76EE28C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3055"/>
            <a:ext cx="10515600" cy="1046595"/>
          </a:xfrm>
        </p:spPr>
        <p:txBody>
          <a:bodyPr/>
          <a:lstStyle/>
          <a:p>
            <a:r>
              <a:rPr lang="zh-CN" altLang="en-US" b="1">
                <a:solidFill>
                  <a:schemeClr val="tx1"/>
                </a:solidFill>
                <a:cs typeface="+mn-ea"/>
                <a:sym typeface="+mn-lt"/>
              </a:rPr>
              <a:t>问卷星</a:t>
            </a:r>
            <a:r>
              <a:rPr lang="en-US" altLang="zh-CN" b="1">
                <a:solidFill>
                  <a:schemeClr val="tx1"/>
                </a:solidFill>
                <a:cs typeface="+mn-ea"/>
                <a:sym typeface="+mn-lt"/>
              </a:rPr>
              <a:t>+</a:t>
            </a:r>
            <a:r>
              <a:rPr lang="zh-CN" altLang="en-US" b="1">
                <a:solidFill>
                  <a:schemeClr val="tx1"/>
                </a:solidFill>
                <a:cs typeface="+mn-ea"/>
                <a:sym typeface="+mn-lt"/>
              </a:rPr>
              <a:t>微信群报告</a:t>
            </a:r>
          </a:p>
        </p:txBody>
      </p:sp>
    </p:spTree>
    <p:extLst>
      <p:ext uri="{BB962C8B-B14F-4D97-AF65-F5344CB8AC3E}">
        <p14:creationId xmlns:p14="http://schemas.microsoft.com/office/powerpoint/2010/main" val="132917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蓝色清爽简洁曲线PPT背景图片- 第一PPT">
            <a:extLst>
              <a:ext uri="{FF2B5EF4-FFF2-40B4-BE49-F238E27FC236}">
                <a16:creationId xmlns="" xmlns:a16="http://schemas.microsoft.com/office/drawing/2014/main" id="{65844523-FE7C-31A5-682D-4F2CC27D43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6C48E9B-C710-4C2A-A5F1-9117454F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必做事项：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4400" dirty="0">
                <a:cs typeface="+mn-ea"/>
                <a:sym typeface="+mn-lt"/>
              </a:rPr>
              <a:t>完成问卷星</a:t>
            </a:r>
            <a:r>
              <a:rPr lang="en-US" altLang="zh-CN" sz="4400" dirty="0">
                <a:cs typeface="+mn-ea"/>
                <a:sym typeface="+mn-lt"/>
              </a:rPr>
              <a:t>+ 2</a:t>
            </a:r>
            <a:r>
              <a:rPr lang="zh-CN" altLang="en-US" sz="4400" dirty="0">
                <a:cs typeface="+mn-ea"/>
                <a:sym typeface="+mn-lt"/>
              </a:rPr>
              <a:t>微信群报告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739D9B68-FEC2-82C4-818C-B235CBF0E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2189" y="1904048"/>
            <a:ext cx="10207622" cy="4953952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1. </a:t>
            </a:r>
            <a:r>
              <a:rPr lang="zh-CN" altLang="en-US" dirty="0">
                <a:cs typeface="+mn-ea"/>
                <a:sym typeface="+mn-lt"/>
              </a:rPr>
              <a:t>问卷</a:t>
            </a:r>
            <a:r>
              <a:rPr lang="zh-CN" altLang="en-US" dirty="0" smtClean="0">
                <a:cs typeface="+mn-ea"/>
                <a:sym typeface="+mn-lt"/>
              </a:rPr>
              <a:t>星</a:t>
            </a:r>
            <a:endParaRPr lang="en-US" altLang="zh-CN" dirty="0" smtClean="0">
              <a:cs typeface="+mn-ea"/>
              <a:sym typeface="+mn-lt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 smtClean="0">
                <a:cs typeface="+mn-ea"/>
                <a:sym typeface="+mn-lt"/>
                <a:hlinkClick r:id="rId3"/>
              </a:rPr>
              <a:t>https</a:t>
            </a:r>
            <a:r>
              <a:rPr lang="en-US" altLang="zh-CN" sz="2800" dirty="0">
                <a:cs typeface="+mn-ea"/>
                <a:sym typeface="+mn-lt"/>
                <a:hlinkClick r:id="rId3"/>
              </a:rPr>
              <a:t>://www.wjx.cn/vm/hl9wYbP.aspx</a:t>
            </a:r>
            <a:r>
              <a:rPr lang="en-US" altLang="zh-CN" sz="2800" dirty="0" smtClean="0">
                <a:cs typeface="+mn-ea"/>
                <a:sym typeface="+mn-lt"/>
                <a:hlinkClick r:id="rId3"/>
              </a:rPr>
              <a:t>#</a:t>
            </a:r>
            <a:endParaRPr lang="en-US" altLang="zh-CN" sz="2800" dirty="0" smtClean="0">
              <a:cs typeface="+mn-ea"/>
              <a:sym typeface="+mn-lt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sz="28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微信报告格式实例（离开教室时发送至课程群）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800" dirty="0" smtClean="0"/>
              <a:t>周</a:t>
            </a:r>
            <a:r>
              <a:rPr lang="en-US" altLang="zh-CN" sz="2800" dirty="0"/>
              <a:t>x</a:t>
            </a:r>
            <a:r>
              <a:rPr lang="zh-CN" altLang="en-US" sz="2800" dirty="0"/>
              <a:t>班第</a:t>
            </a:r>
            <a:r>
              <a:rPr lang="en-US" altLang="zh-CN" sz="2800" dirty="0" smtClean="0"/>
              <a:t>x</a:t>
            </a:r>
            <a:r>
              <a:rPr lang="zh-CN" altLang="en-US" sz="2800" smtClean="0"/>
              <a:t>大组</a:t>
            </a:r>
            <a:r>
              <a:rPr lang="zh-CN" altLang="en-US" sz="2800" dirty="0"/>
              <a:t>，离开实验室，已填写问卷星。</a:t>
            </a:r>
          </a:p>
          <a:p>
            <a:pPr>
              <a:lnSpc>
                <a:spcPct val="120000"/>
              </a:lnSpc>
            </a:pPr>
            <a:endParaRPr lang="en-US" altLang="zh-CN" b="1" dirty="0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932451" y="2129138"/>
            <a:ext cx="1859805" cy="1829783"/>
            <a:chOff x="5151969" y="1538922"/>
            <a:chExt cx="1859805" cy="1829783"/>
          </a:xfrm>
        </p:grpSpPr>
        <p:pic>
          <p:nvPicPr>
            <p:cNvPr id="1026" name="Picture 2" descr="二维码">
              <a:extLst>
                <a:ext uri="{FF2B5EF4-FFF2-40B4-BE49-F238E27FC236}">
                  <a16:creationId xmlns="" xmlns:a16="http://schemas.microsoft.com/office/drawing/2014/main" id="{DF5852BE-2F26-4C38-EF1E-8E5E55FEA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7814" y="1538922"/>
              <a:ext cx="1448117" cy="1448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5151969" y="2968595"/>
              <a:ext cx="18598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smtClean="0"/>
                <a:t>122</a:t>
              </a:r>
              <a:r>
                <a:rPr lang="zh-CN" altLang="en-US" sz="2000" b="1" dirty="0" smtClean="0"/>
                <a:t>门内二维码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9611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0qfokko">
      <a:majorFont>
        <a:latin typeface="Times New Roman"/>
        <a:ea typeface="方正细金陵简体"/>
        <a:cs typeface=""/>
      </a:majorFont>
      <a:minorFont>
        <a:latin typeface="Times New Roman"/>
        <a:ea typeface="方正细金陵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166</Words>
  <Application>Microsoft Office PowerPoint</Application>
  <PresentationFormat>自定义</PresentationFormat>
  <Paragraphs>30</Paragraphs>
  <Slides>7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主题​​</vt:lpstr>
      <vt:lpstr>生物化学实验 开放实验预约指南</vt:lpstr>
      <vt:lpstr>PowerPoint 演示文稿</vt:lpstr>
      <vt:lpstr>一、预约指南</vt:lpstr>
      <vt:lpstr>PowerPoint 演示文稿</vt:lpstr>
      <vt:lpstr>必做事项</vt:lpstr>
      <vt:lpstr>二、实验结束登记方法</vt:lpstr>
      <vt:lpstr>必做事项：1完成问卷星+ 2微信群报告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开放实验预约指南</dc:title>
  <dc:creator>zhang jf</dc:creator>
  <cp:lastModifiedBy>liuhlsy@qq.com</cp:lastModifiedBy>
  <cp:revision>80</cp:revision>
  <dcterms:created xsi:type="dcterms:W3CDTF">2023-03-04T03:58:32Z</dcterms:created>
  <dcterms:modified xsi:type="dcterms:W3CDTF">2023-10-30T01:22:55Z</dcterms:modified>
</cp:coreProperties>
</file>