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425" r:id="rId2"/>
    <p:sldId id="448" r:id="rId3"/>
    <p:sldId id="457" r:id="rId4"/>
    <p:sldId id="480" r:id="rId5"/>
    <p:sldId id="485" r:id="rId6"/>
    <p:sldId id="484" r:id="rId7"/>
    <p:sldId id="462" r:id="rId8"/>
    <p:sldId id="481" r:id="rId9"/>
    <p:sldId id="463" r:id="rId10"/>
    <p:sldId id="470" r:id="rId11"/>
    <p:sldId id="479" r:id="rId12"/>
    <p:sldId id="452" r:id="rId13"/>
    <p:sldId id="487" r:id="rId14"/>
    <p:sldId id="459" r:id="rId15"/>
    <p:sldId id="460" r:id="rId16"/>
    <p:sldId id="468" r:id="rId17"/>
    <p:sldId id="464" r:id="rId18"/>
    <p:sldId id="466" r:id="rId19"/>
    <p:sldId id="472" r:id="rId20"/>
    <p:sldId id="473" r:id="rId21"/>
    <p:sldId id="474" r:id="rId22"/>
    <p:sldId id="475" r:id="rId23"/>
    <p:sldId id="489" r:id="rId24"/>
    <p:sldId id="467" r:id="rId25"/>
    <p:sldId id="490" r:id="rId26"/>
    <p:sldId id="449" r:id="rId27"/>
    <p:sldId id="277" r:id="rId2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5FE0"/>
    <a:srgbClr val="A500A5"/>
    <a:srgbClr val="99FFCC"/>
    <a:srgbClr val="FF7E79"/>
    <a:srgbClr val="032F62"/>
    <a:srgbClr val="D83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744"/>
    <p:restoredTop sz="81258"/>
  </p:normalViewPr>
  <p:slideViewPr>
    <p:cSldViewPr snapToGrid="0" snapToObjects="1">
      <p:cViewPr>
        <p:scale>
          <a:sx n="90" d="100"/>
          <a:sy n="90" d="100"/>
        </p:scale>
        <p:origin x="768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2025/4/3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Protocols and Apps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52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0510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8513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807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Editing: 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415515" y="1048925"/>
            <a:ext cx="5197877" cy="6097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Genome Editing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CRISPR/Cas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ZFN&amp;TALEN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CRISPR/Cas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CRISPR/Cas-derived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Transposases/recombinases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Presents and Future of Genome Editing</a:t>
            </a:r>
            <a:endParaRPr kumimoji="1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Genome Editing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0659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Editing: Basics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6655038" cy="5635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Concepts?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CRISPR/Cas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  <a:r>
              <a:rPr kumimoji="1" lang="en-CN" altLang="zh-CN" sz="1800" dirty="0"/>
              <a:t> (Fig. 1)</a:t>
            </a:r>
            <a:endParaRPr kumimoji="1" lang="en-US" altLang="zh-CN" dirty="0"/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  <a:r>
              <a:rPr kumimoji="1" lang="en-CN" altLang="zh-CN" sz="1800" dirty="0"/>
              <a:t> (Fig. 1)</a:t>
            </a:r>
            <a:endParaRPr kumimoji="1" lang="en-US" altLang="zh-CN" dirty="0"/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 without DSBs)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0" y="1307377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980859" y="4856291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b="1" dirty="0"/>
              <a:t>Fig. 1</a:t>
            </a:r>
            <a:r>
              <a:rPr kumimoji="1" lang="en-US" altLang="zh-CN" sz="1400" dirty="0"/>
              <a:t> DSB-induced genome-editing outcomes.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3281B-F852-9C49-8837-E02F9D79CE29}"/>
              </a:ext>
            </a:extLst>
          </p:cNvPr>
          <p:cNvSpPr txBox="1"/>
          <p:nvPr/>
        </p:nvSpPr>
        <p:spPr>
          <a:xfrm>
            <a:off x="325821" y="464150"/>
            <a:ext cx="45680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 Workflow</a:t>
            </a:r>
          </a:p>
        </p:txBody>
      </p:sp>
      <p:pic>
        <p:nvPicPr>
          <p:cNvPr id="1028" name="Picture 4" descr="Fig. 2">
            <a:extLst>
              <a:ext uri="{FF2B5EF4-FFF2-40B4-BE49-F238E27FC236}">
                <a16:creationId xmlns:a16="http://schemas.microsoft.com/office/drawing/2014/main" id="{D3244E41-0891-6C43-B0E7-5F8A6C13B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71" t="52867" r="48958" b="41423"/>
          <a:stretch/>
        </p:blipFill>
        <p:spPr bwMode="auto">
          <a:xfrm>
            <a:off x="406102" y="2417780"/>
            <a:ext cx="14351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54AF4C-8278-184A-915F-DFD79DAA179E}"/>
              </a:ext>
            </a:extLst>
          </p:cNvPr>
          <p:cNvSpPr txBox="1"/>
          <p:nvPr/>
        </p:nvSpPr>
        <p:spPr>
          <a:xfrm>
            <a:off x="146205" y="2798780"/>
            <a:ext cx="18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target sequencing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75CC0-C486-0147-ABDD-FA9EB6D2B277}"/>
              </a:ext>
            </a:extLst>
          </p:cNvPr>
          <p:cNvCxnSpPr>
            <a:cxnSpLocks/>
          </p:cNvCxnSpPr>
          <p:nvPr/>
        </p:nvCxnSpPr>
        <p:spPr>
          <a:xfrm>
            <a:off x="2138331" y="257018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260C00-7286-0B4F-836C-47C5C94B5E25}"/>
              </a:ext>
            </a:extLst>
          </p:cNvPr>
          <p:cNvSpPr txBox="1"/>
          <p:nvPr/>
        </p:nvSpPr>
        <p:spPr>
          <a:xfrm>
            <a:off x="2718733" y="2991530"/>
            <a:ext cx="200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editor design</a:t>
            </a:r>
          </a:p>
          <a:p>
            <a:pPr algn="ctr"/>
            <a:r>
              <a:rPr kumimoji="1" lang="en-US" altLang="zh-CN" dirty="0"/>
              <a:t>vector construction</a:t>
            </a:r>
            <a:endParaRPr kumimoji="1" lang="zh-CN" alt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28D5854-FEA7-FA4C-B586-CA8767F970FA}"/>
              </a:ext>
            </a:extLst>
          </p:cNvPr>
          <p:cNvCxnSpPr>
            <a:cxnSpLocks/>
          </p:cNvCxnSpPr>
          <p:nvPr/>
        </p:nvCxnSpPr>
        <p:spPr>
          <a:xfrm>
            <a:off x="4714250" y="25320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A206DAB-768F-F94B-B211-8F3420D8A684}"/>
              </a:ext>
            </a:extLst>
          </p:cNvPr>
          <p:cNvSpPr txBox="1"/>
          <p:nvPr/>
        </p:nvSpPr>
        <p:spPr>
          <a:xfrm>
            <a:off x="8984807" y="3134816"/>
            <a:ext cx="80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screen</a:t>
            </a:r>
            <a:endParaRPr kumimoji="1" lang="zh-CN" alt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52C6A6-4C24-BA46-88B5-07E4E8EBB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752" y="1418294"/>
            <a:ext cx="1659378" cy="15822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E620AD9-1133-CA4E-B616-828419B64335}"/>
              </a:ext>
            </a:extLst>
          </p:cNvPr>
          <p:cNvSpPr txBox="1"/>
          <p:nvPr/>
        </p:nvSpPr>
        <p:spPr>
          <a:xfrm>
            <a:off x="6177143" y="3130029"/>
            <a:ext cx="930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delivery</a:t>
            </a:r>
            <a:endParaRPr kumimoji="1" lang="zh-CN" alt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2D92C-0854-AD4F-866D-EEC0927FE437}"/>
              </a:ext>
            </a:extLst>
          </p:cNvPr>
          <p:cNvCxnSpPr>
            <a:cxnSpLocks/>
          </p:cNvCxnSpPr>
          <p:nvPr/>
        </p:nvCxnSpPr>
        <p:spPr>
          <a:xfrm>
            <a:off x="7816302" y="25193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1F34EB6-A931-114F-93C6-AEECD8777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72" y="1606415"/>
            <a:ext cx="2006318" cy="13851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AE97190-79C9-F84A-A753-CF17C3F41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086" y="2011393"/>
            <a:ext cx="1391457" cy="800087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E444265-B724-4749-AA1D-E8F44F35226E}"/>
              </a:ext>
            </a:extLst>
          </p:cNvPr>
          <p:cNvCxnSpPr>
            <a:cxnSpLocks/>
          </p:cNvCxnSpPr>
          <p:nvPr/>
        </p:nvCxnSpPr>
        <p:spPr>
          <a:xfrm>
            <a:off x="10081543" y="25066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9813FEC-3D8E-A447-8E70-F350C71CF872}"/>
              </a:ext>
            </a:extLst>
          </p:cNvPr>
          <p:cNvSpPr txBox="1"/>
          <p:nvPr/>
        </p:nvSpPr>
        <p:spPr>
          <a:xfrm>
            <a:off x="10952307" y="2011393"/>
            <a:ext cx="1239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 research, treatment…</a:t>
            </a:r>
            <a:endParaRPr kumimoji="1"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13188-1CA6-264C-9B85-5BB361996110}"/>
              </a:ext>
            </a:extLst>
          </p:cNvPr>
          <p:cNvSpPr txBox="1"/>
          <p:nvPr/>
        </p:nvSpPr>
        <p:spPr>
          <a:xfrm>
            <a:off x="277586" y="3954483"/>
            <a:ext cx="6457793" cy="2588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In practice, many factors need to be considered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Cell line or animal model?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i="1" dirty="0"/>
              <a:t>In vivo</a:t>
            </a:r>
            <a:r>
              <a:rPr kumimoji="1" lang="en-US" altLang="zh-CN" dirty="0"/>
              <a:t> or </a:t>
            </a:r>
            <a:r>
              <a:rPr kumimoji="1" lang="en-US" altLang="zh-CN" i="1" dirty="0"/>
              <a:t>in vitro</a:t>
            </a:r>
            <a:r>
              <a:rPr kumimoji="1" lang="en-US" altLang="zh-CN" dirty="0"/>
              <a:t>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Unconditional or conditional?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Detailed protocols depend on purposes of genome editing.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8157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744475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78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Zinc-Finger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3007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4901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4292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368738"/>
            <a:ext cx="894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of three zinc finger domains of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7143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9500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667059"/>
            <a:ext cx="2151810" cy="29652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449806"/>
            <a:ext cx="4102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residues,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19" y="4767827"/>
            <a:ext cx="7793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</a:p>
          <a:p>
            <a:r>
              <a:rPr kumimoji="1" lang="en-US" altLang="zh-CN" dirty="0"/>
              <a:t>Cys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-His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 could be any/one of most amino acid.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(</a:t>
            </a:r>
            <a:r>
              <a:rPr kumimoji="1" lang="en-US" altLang="zh-CN" dirty="0">
                <a:solidFill>
                  <a:srgbClr val="FF0000"/>
                </a:solidFill>
              </a:rPr>
              <a:t>7 amino acids</a:t>
            </a:r>
            <a:r>
              <a:rPr kumimoji="1" lang="en-US" altLang="zh-CN" dirty="0">
                <a:solidFill>
                  <a:schemeClr val="accent1"/>
                </a:solidFill>
              </a:rPr>
              <a:t>)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3 bps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9231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2390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40969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7384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40564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40533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7389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8234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3387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3252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3268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3252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4314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5217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5834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2979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5834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4205437" y="4804459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/>
              <a:t>Fig. 2 </a:t>
            </a:r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2410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81AEC5-911E-0548-AD0E-5F180B39621D}"/>
              </a:ext>
            </a:extLst>
          </p:cNvPr>
          <p:cNvCxnSpPr>
            <a:stCxn id="127" idx="1"/>
          </p:cNvCxnSpPr>
          <p:nvPr/>
        </p:nvCxnSpPr>
        <p:spPr>
          <a:xfrm flipV="1">
            <a:off x="10042854" y="2985657"/>
            <a:ext cx="357341" cy="44341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E06C1D-792B-CE4A-8A2C-2B4C1765DAB1}"/>
              </a:ext>
            </a:extLst>
          </p:cNvPr>
          <p:cNvSpPr txBox="1"/>
          <p:nvPr/>
        </p:nvSpPr>
        <p:spPr>
          <a:xfrm>
            <a:off x="10367750" y="2708658"/>
            <a:ext cx="704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linker</a:t>
            </a:r>
            <a:endParaRPr kumimoji="1" lang="zh-CN" altLang="en-US" dirty="0"/>
          </a:p>
        </p:txBody>
      </p:sp>
      <p:pic>
        <p:nvPicPr>
          <p:cNvPr id="1026" name="Picture 2" descr="Schematic diagram of a C2H2 zinc-finger motif. The pair | Open-i">
            <a:extLst>
              <a:ext uri="{FF2B5EF4-FFF2-40B4-BE49-F238E27FC236}">
                <a16:creationId xmlns:a16="http://schemas.microsoft.com/office/drawing/2014/main" id="{8B3405D9-7B95-8743-862B-36F1909FA9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75"/>
          <a:stretch/>
        </p:blipFill>
        <p:spPr bwMode="auto">
          <a:xfrm>
            <a:off x="2017094" y="3086129"/>
            <a:ext cx="1842840" cy="136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9211879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</a:t>
            </a:r>
            <a:r>
              <a:rPr kumimoji="1" lang="zh-CN" altLang="en-US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arrangements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of triplets: 4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arrangements of amino acids: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extremely hard to select 64 correct arangements from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  <a:endParaRPr kumimoji="1" lang="en-CN" altLang="zh-CN" i="1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a triplet that can be targeted near targeted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#3: difficult and expensive to construct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zinc-finger arrays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Also time-consuming</a:t>
            </a:r>
            <a:endParaRPr kumimoji="1" lang="en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162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Transcription Activator-Like Effector Nucleases (TALENs)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B95D8345-2793-8347-A09F-6CDDDC128621}"/>
              </a:ext>
            </a:extLst>
          </p:cNvPr>
          <p:cNvSpPr/>
          <p:nvPr/>
        </p:nvSpPr>
        <p:spPr>
          <a:xfrm>
            <a:off x="416717" y="13007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67B1E-752E-2A4C-8D6F-B7CBED29FD0C}"/>
              </a:ext>
            </a:extLst>
          </p:cNvPr>
          <p:cNvSpPr txBox="1"/>
          <p:nvPr/>
        </p:nvSpPr>
        <p:spPr>
          <a:xfrm>
            <a:off x="1156498" y="14901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9030F1-3E71-714B-9DED-E52228728190}"/>
              </a:ext>
            </a:extLst>
          </p:cNvPr>
          <p:cNvSpPr/>
          <p:nvPr/>
        </p:nvSpPr>
        <p:spPr>
          <a:xfrm>
            <a:off x="609600" y="2362200"/>
            <a:ext cx="1397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1CB37-4968-C64D-8020-90154BC8DD7F}"/>
              </a:ext>
            </a:extLst>
          </p:cNvPr>
          <p:cNvSpPr txBox="1"/>
          <p:nvPr/>
        </p:nvSpPr>
        <p:spPr>
          <a:xfrm>
            <a:off x="786607" y="2355334"/>
            <a:ext cx="4435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 </a:t>
            </a:r>
            <a:r>
              <a:rPr kumimoji="1" lang="en-US" altLang="zh-CN" dirty="0"/>
              <a:t>of TAL effector</a:t>
            </a:r>
            <a:endParaRPr kumimoji="1"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50F32-65D4-3844-A298-12D653A95310}"/>
              </a:ext>
            </a:extLst>
          </p:cNvPr>
          <p:cNvSpPr txBox="1"/>
          <p:nvPr/>
        </p:nvSpPr>
        <p:spPr>
          <a:xfrm>
            <a:off x="519821" y="2840801"/>
            <a:ext cx="610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34 residues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position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12&amp;13</a:t>
            </a:r>
            <a:r>
              <a:rPr kumimoji="1" lang="en-US" altLang="zh-CN" dirty="0">
                <a:solidFill>
                  <a:schemeClr val="accent1"/>
                </a:solidFill>
              </a:rPr>
              <a:t>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1 bp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  <a:endParaRPr kumimoji="1" lang="zh-CN" alt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E74E04-5996-3249-ADAE-2C859D32C3CB}"/>
              </a:ext>
            </a:extLst>
          </p:cNvPr>
          <p:cNvCxnSpPr>
            <a:cxnSpLocks/>
          </p:cNvCxnSpPr>
          <p:nvPr/>
        </p:nvCxnSpPr>
        <p:spPr>
          <a:xfrm>
            <a:off x="3636039" y="439404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D84551-2834-8042-8CFE-21B5D2C7A350}"/>
              </a:ext>
            </a:extLst>
          </p:cNvPr>
          <p:cNvCxnSpPr/>
          <p:nvPr/>
        </p:nvCxnSpPr>
        <p:spPr>
          <a:xfrm>
            <a:off x="3636039" y="471000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625F08-107A-1D4A-89B9-20C268D9BF3D}"/>
              </a:ext>
            </a:extLst>
          </p:cNvPr>
          <p:cNvCxnSpPr>
            <a:cxnSpLocks/>
          </p:cNvCxnSpPr>
          <p:nvPr/>
        </p:nvCxnSpPr>
        <p:spPr>
          <a:xfrm>
            <a:off x="3822626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DBD88B-6428-3C42-A34D-E864B93870FA}"/>
              </a:ext>
            </a:extLst>
          </p:cNvPr>
          <p:cNvCxnSpPr>
            <a:cxnSpLocks/>
          </p:cNvCxnSpPr>
          <p:nvPr/>
        </p:nvCxnSpPr>
        <p:spPr>
          <a:xfrm>
            <a:off x="3967406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3213CE-97DA-434A-B7FF-0D9382CBE05C}"/>
              </a:ext>
            </a:extLst>
          </p:cNvPr>
          <p:cNvCxnSpPr>
            <a:cxnSpLocks/>
          </p:cNvCxnSpPr>
          <p:nvPr/>
        </p:nvCxnSpPr>
        <p:spPr>
          <a:xfrm>
            <a:off x="4104566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245BB9C-31C6-F34B-9E09-B42ED0569306}"/>
              </a:ext>
            </a:extLst>
          </p:cNvPr>
          <p:cNvCxnSpPr>
            <a:cxnSpLocks/>
          </p:cNvCxnSpPr>
          <p:nvPr/>
        </p:nvCxnSpPr>
        <p:spPr>
          <a:xfrm>
            <a:off x="4234106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EB2537-421D-BC4F-B3B7-E740B843EEC1}"/>
              </a:ext>
            </a:extLst>
          </p:cNvPr>
          <p:cNvCxnSpPr>
            <a:cxnSpLocks/>
          </p:cNvCxnSpPr>
          <p:nvPr/>
        </p:nvCxnSpPr>
        <p:spPr>
          <a:xfrm>
            <a:off x="4363646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D85FAF-7D35-FD4F-B1A8-4321DC476650}"/>
              </a:ext>
            </a:extLst>
          </p:cNvPr>
          <p:cNvCxnSpPr>
            <a:cxnSpLocks/>
          </p:cNvCxnSpPr>
          <p:nvPr/>
        </p:nvCxnSpPr>
        <p:spPr>
          <a:xfrm>
            <a:off x="4501499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8CB1BF2-C424-444E-8D66-0ADB68EF2896}"/>
              </a:ext>
            </a:extLst>
          </p:cNvPr>
          <p:cNvCxnSpPr>
            <a:cxnSpLocks/>
          </p:cNvCxnSpPr>
          <p:nvPr/>
        </p:nvCxnSpPr>
        <p:spPr>
          <a:xfrm>
            <a:off x="4646279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252510-B56E-7B41-A296-E706DF9E96E3}"/>
              </a:ext>
            </a:extLst>
          </p:cNvPr>
          <p:cNvCxnSpPr>
            <a:cxnSpLocks/>
          </p:cNvCxnSpPr>
          <p:nvPr/>
        </p:nvCxnSpPr>
        <p:spPr>
          <a:xfrm>
            <a:off x="4783439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E3BF55-451D-F049-AB55-BAFE4C8E58B7}"/>
              </a:ext>
            </a:extLst>
          </p:cNvPr>
          <p:cNvCxnSpPr>
            <a:cxnSpLocks/>
          </p:cNvCxnSpPr>
          <p:nvPr/>
        </p:nvCxnSpPr>
        <p:spPr>
          <a:xfrm>
            <a:off x="4912979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F3FC424-D2D2-1340-A1B3-ED3626BB09DA}"/>
              </a:ext>
            </a:extLst>
          </p:cNvPr>
          <p:cNvCxnSpPr>
            <a:cxnSpLocks/>
          </p:cNvCxnSpPr>
          <p:nvPr/>
        </p:nvCxnSpPr>
        <p:spPr>
          <a:xfrm>
            <a:off x="5042519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A5CB98-CD50-E045-96CE-039A8010684B}"/>
              </a:ext>
            </a:extLst>
          </p:cNvPr>
          <p:cNvCxnSpPr>
            <a:cxnSpLocks/>
          </p:cNvCxnSpPr>
          <p:nvPr/>
        </p:nvCxnSpPr>
        <p:spPr>
          <a:xfrm>
            <a:off x="5180372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1377BC6-9C00-3946-B572-5C6B048B0C12}"/>
              </a:ext>
            </a:extLst>
          </p:cNvPr>
          <p:cNvCxnSpPr>
            <a:cxnSpLocks/>
          </p:cNvCxnSpPr>
          <p:nvPr/>
        </p:nvCxnSpPr>
        <p:spPr>
          <a:xfrm>
            <a:off x="532515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70EE0B-C398-5C4C-9C7E-CBF59054B4C1}"/>
              </a:ext>
            </a:extLst>
          </p:cNvPr>
          <p:cNvCxnSpPr>
            <a:cxnSpLocks/>
          </p:cNvCxnSpPr>
          <p:nvPr/>
        </p:nvCxnSpPr>
        <p:spPr>
          <a:xfrm>
            <a:off x="546231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EB3EBF-548B-784E-B437-49144AB145CC}"/>
              </a:ext>
            </a:extLst>
          </p:cNvPr>
          <p:cNvCxnSpPr>
            <a:cxnSpLocks/>
          </p:cNvCxnSpPr>
          <p:nvPr/>
        </p:nvCxnSpPr>
        <p:spPr>
          <a:xfrm>
            <a:off x="559185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D3533C-02E9-664E-91E5-EB6B1196B940}"/>
              </a:ext>
            </a:extLst>
          </p:cNvPr>
          <p:cNvCxnSpPr>
            <a:cxnSpLocks/>
          </p:cNvCxnSpPr>
          <p:nvPr/>
        </p:nvCxnSpPr>
        <p:spPr>
          <a:xfrm>
            <a:off x="5721392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04FCFA-F679-4840-AE1C-789EF935AB3E}"/>
              </a:ext>
            </a:extLst>
          </p:cNvPr>
          <p:cNvCxnSpPr>
            <a:cxnSpLocks/>
          </p:cNvCxnSpPr>
          <p:nvPr/>
        </p:nvCxnSpPr>
        <p:spPr>
          <a:xfrm>
            <a:off x="5859244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D2A20E-0965-0B49-9216-A14DB2982B69}"/>
              </a:ext>
            </a:extLst>
          </p:cNvPr>
          <p:cNvCxnSpPr>
            <a:cxnSpLocks/>
          </p:cNvCxnSpPr>
          <p:nvPr/>
        </p:nvCxnSpPr>
        <p:spPr>
          <a:xfrm>
            <a:off x="6004024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59BFD-1266-F849-A3D1-E5ED17FB5355}"/>
              </a:ext>
            </a:extLst>
          </p:cNvPr>
          <p:cNvCxnSpPr>
            <a:cxnSpLocks/>
          </p:cNvCxnSpPr>
          <p:nvPr/>
        </p:nvCxnSpPr>
        <p:spPr>
          <a:xfrm>
            <a:off x="6141184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DFC34DB-1622-0746-BE9C-9ABA1BA30B8E}"/>
              </a:ext>
            </a:extLst>
          </p:cNvPr>
          <p:cNvCxnSpPr>
            <a:cxnSpLocks/>
          </p:cNvCxnSpPr>
          <p:nvPr/>
        </p:nvCxnSpPr>
        <p:spPr>
          <a:xfrm>
            <a:off x="6270724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558FAC-5C63-1E4A-8C7F-7B54C51B5DC1}"/>
              </a:ext>
            </a:extLst>
          </p:cNvPr>
          <p:cNvCxnSpPr>
            <a:cxnSpLocks/>
          </p:cNvCxnSpPr>
          <p:nvPr/>
        </p:nvCxnSpPr>
        <p:spPr>
          <a:xfrm>
            <a:off x="6400264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AD3801-F472-2340-B74E-6EAF398253E4}"/>
              </a:ext>
            </a:extLst>
          </p:cNvPr>
          <p:cNvCxnSpPr>
            <a:cxnSpLocks/>
          </p:cNvCxnSpPr>
          <p:nvPr/>
        </p:nvCxnSpPr>
        <p:spPr>
          <a:xfrm>
            <a:off x="6538117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3C7BC8-7CBC-9D4C-9F1B-94E3D26F4878}"/>
              </a:ext>
            </a:extLst>
          </p:cNvPr>
          <p:cNvCxnSpPr>
            <a:cxnSpLocks/>
          </p:cNvCxnSpPr>
          <p:nvPr/>
        </p:nvCxnSpPr>
        <p:spPr>
          <a:xfrm>
            <a:off x="6682897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FD5491-CC9F-0744-9A00-1F8EDAF6C2FC}"/>
              </a:ext>
            </a:extLst>
          </p:cNvPr>
          <p:cNvCxnSpPr>
            <a:cxnSpLocks/>
          </p:cNvCxnSpPr>
          <p:nvPr/>
        </p:nvCxnSpPr>
        <p:spPr>
          <a:xfrm>
            <a:off x="6820057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CD3E596-F92D-BE4B-883E-064F6E35192E}"/>
              </a:ext>
            </a:extLst>
          </p:cNvPr>
          <p:cNvCxnSpPr>
            <a:cxnSpLocks/>
          </p:cNvCxnSpPr>
          <p:nvPr/>
        </p:nvCxnSpPr>
        <p:spPr>
          <a:xfrm>
            <a:off x="6949597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69BC06-A7B7-664C-AA7A-3C3A210E5E8F}"/>
              </a:ext>
            </a:extLst>
          </p:cNvPr>
          <p:cNvCxnSpPr>
            <a:cxnSpLocks/>
          </p:cNvCxnSpPr>
          <p:nvPr/>
        </p:nvCxnSpPr>
        <p:spPr>
          <a:xfrm>
            <a:off x="7079137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CE4E58-DB37-F340-815C-E19CF02F7814}"/>
              </a:ext>
            </a:extLst>
          </p:cNvPr>
          <p:cNvCxnSpPr>
            <a:cxnSpLocks/>
          </p:cNvCxnSpPr>
          <p:nvPr/>
        </p:nvCxnSpPr>
        <p:spPr>
          <a:xfrm>
            <a:off x="7209370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4790B5-F0E0-CE4C-BAE4-070E2EBD9914}"/>
              </a:ext>
            </a:extLst>
          </p:cNvPr>
          <p:cNvCxnSpPr>
            <a:cxnSpLocks/>
          </p:cNvCxnSpPr>
          <p:nvPr/>
        </p:nvCxnSpPr>
        <p:spPr>
          <a:xfrm>
            <a:off x="7346530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E74321-EB30-CC41-9947-5BD5C5EB96C5}"/>
              </a:ext>
            </a:extLst>
          </p:cNvPr>
          <p:cNvCxnSpPr>
            <a:cxnSpLocks/>
          </p:cNvCxnSpPr>
          <p:nvPr/>
        </p:nvCxnSpPr>
        <p:spPr>
          <a:xfrm>
            <a:off x="7476070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7AF8F1-B189-214B-BF5D-384B38D655D6}"/>
              </a:ext>
            </a:extLst>
          </p:cNvPr>
          <p:cNvCxnSpPr>
            <a:cxnSpLocks/>
          </p:cNvCxnSpPr>
          <p:nvPr/>
        </p:nvCxnSpPr>
        <p:spPr>
          <a:xfrm>
            <a:off x="7605610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92230F-E4DA-9843-B12F-E9F4DEF8CA08}"/>
              </a:ext>
            </a:extLst>
          </p:cNvPr>
          <p:cNvCxnSpPr>
            <a:cxnSpLocks/>
          </p:cNvCxnSpPr>
          <p:nvPr/>
        </p:nvCxnSpPr>
        <p:spPr>
          <a:xfrm>
            <a:off x="7743462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4A581A-F1A4-5942-890C-1A3C4E887996}"/>
              </a:ext>
            </a:extLst>
          </p:cNvPr>
          <p:cNvCxnSpPr>
            <a:cxnSpLocks/>
          </p:cNvCxnSpPr>
          <p:nvPr/>
        </p:nvCxnSpPr>
        <p:spPr>
          <a:xfrm>
            <a:off x="788824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CC5EFE-E64D-D149-BAF4-A7B79A57BC01}"/>
              </a:ext>
            </a:extLst>
          </p:cNvPr>
          <p:cNvCxnSpPr>
            <a:cxnSpLocks/>
          </p:cNvCxnSpPr>
          <p:nvPr/>
        </p:nvCxnSpPr>
        <p:spPr>
          <a:xfrm>
            <a:off x="802540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3B2AA49-164F-994C-AF00-1DF5EC191492}"/>
              </a:ext>
            </a:extLst>
          </p:cNvPr>
          <p:cNvCxnSpPr>
            <a:cxnSpLocks/>
          </p:cNvCxnSpPr>
          <p:nvPr/>
        </p:nvCxnSpPr>
        <p:spPr>
          <a:xfrm>
            <a:off x="8154942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E62AB85-5DF1-3245-A660-10FF2A931B14}"/>
              </a:ext>
            </a:extLst>
          </p:cNvPr>
          <p:cNvCxnSpPr>
            <a:cxnSpLocks/>
          </p:cNvCxnSpPr>
          <p:nvPr/>
        </p:nvCxnSpPr>
        <p:spPr>
          <a:xfrm>
            <a:off x="8284482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6C721C5-8EE8-A74B-8B1C-D369F7262D95}"/>
              </a:ext>
            </a:extLst>
          </p:cNvPr>
          <p:cNvCxnSpPr>
            <a:cxnSpLocks/>
          </p:cNvCxnSpPr>
          <p:nvPr/>
        </p:nvCxnSpPr>
        <p:spPr>
          <a:xfrm>
            <a:off x="8422335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AC04193-C60D-4042-A94F-ED9D081A314E}"/>
              </a:ext>
            </a:extLst>
          </p:cNvPr>
          <p:cNvCxnSpPr>
            <a:cxnSpLocks/>
          </p:cNvCxnSpPr>
          <p:nvPr/>
        </p:nvCxnSpPr>
        <p:spPr>
          <a:xfrm>
            <a:off x="8567115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52A4461-82C5-084C-898B-232C8A5D9C9F}"/>
              </a:ext>
            </a:extLst>
          </p:cNvPr>
          <p:cNvCxnSpPr>
            <a:cxnSpLocks/>
          </p:cNvCxnSpPr>
          <p:nvPr/>
        </p:nvCxnSpPr>
        <p:spPr>
          <a:xfrm>
            <a:off x="8704275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5DA981-9132-054F-BEAE-BC7C1CB274FB}"/>
              </a:ext>
            </a:extLst>
          </p:cNvPr>
          <p:cNvCxnSpPr>
            <a:cxnSpLocks/>
          </p:cNvCxnSpPr>
          <p:nvPr/>
        </p:nvCxnSpPr>
        <p:spPr>
          <a:xfrm>
            <a:off x="8833815" y="43795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B136454-1971-B040-8BF5-E73C56641F64}"/>
              </a:ext>
            </a:extLst>
          </p:cNvPr>
          <p:cNvCxnSpPr>
            <a:cxnSpLocks/>
          </p:cNvCxnSpPr>
          <p:nvPr/>
        </p:nvCxnSpPr>
        <p:spPr>
          <a:xfrm>
            <a:off x="8963355" y="43940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FBB10A4-0FD6-CF47-82C3-8F691D630B38}"/>
              </a:ext>
            </a:extLst>
          </p:cNvPr>
          <p:cNvCxnSpPr/>
          <p:nvPr/>
        </p:nvCxnSpPr>
        <p:spPr>
          <a:xfrm>
            <a:off x="3476266" y="456787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A68F1B1-C45E-004F-AE35-A9E4CD40D795}"/>
              </a:ext>
            </a:extLst>
          </p:cNvPr>
          <p:cNvSpPr txBox="1"/>
          <p:nvPr/>
        </p:nvSpPr>
        <p:spPr>
          <a:xfrm>
            <a:off x="3276645" y="42093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5A3D7F-D54F-8843-9C61-99C085C1C80C}"/>
              </a:ext>
            </a:extLst>
          </p:cNvPr>
          <p:cNvSpPr txBox="1"/>
          <p:nvPr/>
        </p:nvSpPr>
        <p:spPr>
          <a:xfrm>
            <a:off x="3276645" y="452740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9ACAC5-77BE-EC4F-9C90-FB76193C48F1}"/>
              </a:ext>
            </a:extLst>
          </p:cNvPr>
          <p:cNvSpPr txBox="1"/>
          <p:nvPr/>
        </p:nvSpPr>
        <p:spPr>
          <a:xfrm>
            <a:off x="9130709" y="452979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2F5047-004B-5749-87B7-84AEF5089B2C}"/>
              </a:ext>
            </a:extLst>
          </p:cNvPr>
          <p:cNvSpPr txBox="1"/>
          <p:nvPr/>
        </p:nvSpPr>
        <p:spPr>
          <a:xfrm>
            <a:off x="9130709" y="42093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B4D9816F-206A-BD41-BF89-97124E745F99}"/>
              </a:ext>
            </a:extLst>
          </p:cNvPr>
          <p:cNvSpPr/>
          <p:nvPr/>
        </p:nvSpPr>
        <p:spPr>
          <a:xfrm>
            <a:off x="6126573" y="429439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97D77916-F7E2-F145-A07B-4ADB4DBEB567}"/>
              </a:ext>
            </a:extLst>
          </p:cNvPr>
          <p:cNvSpPr/>
          <p:nvPr/>
        </p:nvSpPr>
        <p:spPr>
          <a:xfrm>
            <a:off x="5946439" y="3947337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165620-2E41-5D40-8032-525AD46F295F}"/>
              </a:ext>
            </a:extLst>
          </p:cNvPr>
          <p:cNvSpPr txBox="1"/>
          <p:nvPr/>
        </p:nvSpPr>
        <p:spPr>
          <a:xfrm>
            <a:off x="1895705" y="5913652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b="1" dirty="0"/>
              <a:t>Fig. 3 </a:t>
            </a:r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</a:t>
            </a:r>
            <a:r>
              <a:rPr lang="en-US" altLang="zh-CN" sz="1400" dirty="0">
                <a:solidFill>
                  <a:srgbClr val="111111"/>
                </a:solidFill>
                <a:latin typeface="system-ui"/>
              </a:rPr>
              <a:t>TALEN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.</a:t>
            </a:r>
            <a:endParaRPr kumimoji="1" lang="en-US" altLang="zh-CN" sz="1400" dirty="0"/>
          </a:p>
        </p:txBody>
      </p:sp>
      <p:sp>
        <p:nvSpPr>
          <p:cNvPr id="90" name="Lightning Bolt 89">
            <a:extLst>
              <a:ext uri="{FF2B5EF4-FFF2-40B4-BE49-F238E27FC236}">
                <a16:creationId xmlns:a16="http://schemas.microsoft.com/office/drawing/2014/main" id="{63EB1E36-E130-B646-AAA2-6AB3820CC60F}"/>
              </a:ext>
            </a:extLst>
          </p:cNvPr>
          <p:cNvSpPr/>
          <p:nvPr/>
        </p:nvSpPr>
        <p:spPr>
          <a:xfrm flipH="1">
            <a:off x="6419763" y="371195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71021836-80AE-E14D-8D6E-A30482661D7C}"/>
              </a:ext>
            </a:extLst>
          </p:cNvPr>
          <p:cNvSpPr/>
          <p:nvPr/>
        </p:nvSpPr>
        <p:spPr>
          <a:xfrm>
            <a:off x="5424808" y="3920691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E6A9D298-B1EE-D540-A2BC-3232DF4F2057}"/>
              </a:ext>
            </a:extLst>
          </p:cNvPr>
          <p:cNvSpPr/>
          <p:nvPr/>
        </p:nvSpPr>
        <p:spPr>
          <a:xfrm rot="10800000">
            <a:off x="3729828" y="3917758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E0B14D81-5ABE-1546-92C7-0C8DA5352930}"/>
              </a:ext>
            </a:extLst>
          </p:cNvPr>
          <p:cNvSpPr/>
          <p:nvPr/>
        </p:nvSpPr>
        <p:spPr>
          <a:xfrm>
            <a:off x="5296077" y="3939164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666B33E-EBC9-EC41-B78D-63B303C47B19}"/>
              </a:ext>
            </a:extLst>
          </p:cNvPr>
          <p:cNvSpPr/>
          <p:nvPr/>
        </p:nvSpPr>
        <p:spPr>
          <a:xfrm>
            <a:off x="5158764" y="3938172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4E59F79F-71E1-9143-B11D-31A16EC1EC4C}"/>
              </a:ext>
            </a:extLst>
          </p:cNvPr>
          <p:cNvSpPr/>
          <p:nvPr/>
        </p:nvSpPr>
        <p:spPr>
          <a:xfrm>
            <a:off x="5014772" y="3937066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3B0023B4-1CD6-8046-B75C-31AB0704FE92}"/>
              </a:ext>
            </a:extLst>
          </p:cNvPr>
          <p:cNvSpPr/>
          <p:nvPr/>
        </p:nvSpPr>
        <p:spPr>
          <a:xfrm>
            <a:off x="4876596" y="3937066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AB0B95A-81FD-F045-B924-AE5C47EB1CD4}"/>
              </a:ext>
            </a:extLst>
          </p:cNvPr>
          <p:cNvSpPr/>
          <p:nvPr/>
        </p:nvSpPr>
        <p:spPr>
          <a:xfrm>
            <a:off x="4734942" y="3937066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42579B4-2F36-994D-B1CB-303D25709408}"/>
              </a:ext>
            </a:extLst>
          </p:cNvPr>
          <p:cNvSpPr/>
          <p:nvPr/>
        </p:nvSpPr>
        <p:spPr>
          <a:xfrm>
            <a:off x="4603143" y="3938862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14CE2812-B567-FA4E-9092-68D248AFCF29}"/>
              </a:ext>
            </a:extLst>
          </p:cNvPr>
          <p:cNvSpPr/>
          <p:nvPr/>
        </p:nvSpPr>
        <p:spPr>
          <a:xfrm>
            <a:off x="4465492" y="3930013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BE19A28E-2561-F446-A3EA-A385A0CA1907}"/>
              </a:ext>
            </a:extLst>
          </p:cNvPr>
          <p:cNvSpPr/>
          <p:nvPr/>
        </p:nvSpPr>
        <p:spPr>
          <a:xfrm>
            <a:off x="4327316" y="3930013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0EFE168-EA0F-804F-A539-B037D7BF183E}"/>
              </a:ext>
            </a:extLst>
          </p:cNvPr>
          <p:cNvSpPr/>
          <p:nvPr/>
        </p:nvSpPr>
        <p:spPr>
          <a:xfrm>
            <a:off x="4185662" y="3930013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4F07AD3-C995-174A-86CC-F5B8906D898A}"/>
              </a:ext>
            </a:extLst>
          </p:cNvPr>
          <p:cNvSpPr/>
          <p:nvPr/>
        </p:nvSpPr>
        <p:spPr>
          <a:xfrm>
            <a:off x="4053863" y="3931809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632C5365-5A27-384F-B8CF-C6209ECA25F6}"/>
              </a:ext>
            </a:extLst>
          </p:cNvPr>
          <p:cNvSpPr/>
          <p:nvPr/>
        </p:nvSpPr>
        <p:spPr>
          <a:xfrm rot="11058474" flipV="1">
            <a:off x="5692007" y="3971382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8C77FD07-B8C3-9840-AB3A-E76F1BBA577D}"/>
              </a:ext>
            </a:extLst>
          </p:cNvPr>
          <p:cNvSpPr/>
          <p:nvPr/>
        </p:nvSpPr>
        <p:spPr>
          <a:xfrm>
            <a:off x="8789017" y="475762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E57C1235-37F9-0F4E-99E2-8BEE58BF72EB}"/>
              </a:ext>
            </a:extLst>
          </p:cNvPr>
          <p:cNvSpPr/>
          <p:nvPr/>
        </p:nvSpPr>
        <p:spPr>
          <a:xfrm rot="10800000">
            <a:off x="7094037" y="475469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959DE44-8E17-1741-B18C-FAFFA2073DC3}"/>
              </a:ext>
            </a:extLst>
          </p:cNvPr>
          <p:cNvSpPr/>
          <p:nvPr/>
        </p:nvSpPr>
        <p:spPr>
          <a:xfrm>
            <a:off x="8660286" y="477609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A8B399F1-9D0C-E641-82ED-AC721410EBF2}"/>
              </a:ext>
            </a:extLst>
          </p:cNvPr>
          <p:cNvSpPr/>
          <p:nvPr/>
        </p:nvSpPr>
        <p:spPr>
          <a:xfrm>
            <a:off x="8522973" y="477510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972BBBA-56D6-6C44-8042-6215AD16ED5F}"/>
              </a:ext>
            </a:extLst>
          </p:cNvPr>
          <p:cNvSpPr/>
          <p:nvPr/>
        </p:nvSpPr>
        <p:spPr>
          <a:xfrm>
            <a:off x="8378981" y="477399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F08B2173-9009-8243-9D9D-F079003C6EBB}"/>
              </a:ext>
            </a:extLst>
          </p:cNvPr>
          <p:cNvSpPr/>
          <p:nvPr/>
        </p:nvSpPr>
        <p:spPr>
          <a:xfrm>
            <a:off x="8240805" y="477399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505C5603-7635-404C-8126-A0A52E8319C4}"/>
              </a:ext>
            </a:extLst>
          </p:cNvPr>
          <p:cNvSpPr/>
          <p:nvPr/>
        </p:nvSpPr>
        <p:spPr>
          <a:xfrm>
            <a:off x="8099151" y="477399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FFCEC910-A995-4A40-B803-A5C005CB8132}"/>
              </a:ext>
            </a:extLst>
          </p:cNvPr>
          <p:cNvSpPr/>
          <p:nvPr/>
        </p:nvSpPr>
        <p:spPr>
          <a:xfrm>
            <a:off x="7967352" y="477579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CF4B7D5A-90B5-344C-A3F4-22B7D1EFEE04}"/>
              </a:ext>
            </a:extLst>
          </p:cNvPr>
          <p:cNvSpPr/>
          <p:nvPr/>
        </p:nvSpPr>
        <p:spPr>
          <a:xfrm>
            <a:off x="7829701" y="476694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05585FE3-2BC0-1F41-8E48-ECC5109A8922}"/>
              </a:ext>
            </a:extLst>
          </p:cNvPr>
          <p:cNvSpPr/>
          <p:nvPr/>
        </p:nvSpPr>
        <p:spPr>
          <a:xfrm>
            <a:off x="7691525" y="476694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3339DF4-6428-CA45-B377-04C2C9B19E56}"/>
              </a:ext>
            </a:extLst>
          </p:cNvPr>
          <p:cNvSpPr/>
          <p:nvPr/>
        </p:nvSpPr>
        <p:spPr>
          <a:xfrm>
            <a:off x="7549871" y="476694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400F4722-F6EB-DA47-B8F6-85A6C4C4DF11}"/>
              </a:ext>
            </a:extLst>
          </p:cNvPr>
          <p:cNvSpPr/>
          <p:nvPr/>
        </p:nvSpPr>
        <p:spPr>
          <a:xfrm>
            <a:off x="7418072" y="476874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531653D-2C1B-784E-8341-7213D3493CE9}"/>
              </a:ext>
            </a:extLst>
          </p:cNvPr>
          <p:cNvSpPr/>
          <p:nvPr/>
        </p:nvSpPr>
        <p:spPr>
          <a:xfrm rot="787176" flipV="1">
            <a:off x="6672306" y="4932019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B0EF79-68D0-7143-8021-6856D5FDA433}"/>
              </a:ext>
            </a:extLst>
          </p:cNvPr>
          <p:cNvSpPr txBox="1"/>
          <p:nvPr/>
        </p:nvSpPr>
        <p:spPr>
          <a:xfrm>
            <a:off x="6696995" y="52180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5ACD79F-4C54-1B42-A4C3-E323B9B6BB26}"/>
              </a:ext>
            </a:extLst>
          </p:cNvPr>
          <p:cNvSpPr txBox="1"/>
          <p:nvPr/>
        </p:nvSpPr>
        <p:spPr>
          <a:xfrm>
            <a:off x="8410524" y="52180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61182DA-B27B-8446-A47C-4C60D86700DC}"/>
              </a:ext>
            </a:extLst>
          </p:cNvPr>
          <p:cNvGrpSpPr/>
          <p:nvPr/>
        </p:nvGrpSpPr>
        <p:grpSpPr>
          <a:xfrm>
            <a:off x="2359948" y="4334962"/>
            <a:ext cx="662687" cy="1336552"/>
            <a:chOff x="2147913" y="3875724"/>
            <a:chExt cx="833095" cy="1773455"/>
          </a:xfrm>
        </p:grpSpPr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975EB7A4-E2BB-9C41-A923-33BD1AF86C23}"/>
                </a:ext>
              </a:extLst>
            </p:cNvPr>
            <p:cNvSpPr/>
            <p:nvPr/>
          </p:nvSpPr>
          <p:spPr>
            <a:xfrm>
              <a:off x="2151038" y="3917758"/>
              <a:ext cx="103141" cy="355600"/>
            </a:xfrm>
            <a:prstGeom prst="roundRect">
              <a:avLst/>
            </a:prstGeom>
            <a:solidFill>
              <a:srgbClr val="FF7E79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252B28A8-9D17-9841-B633-1AD4DA122D6C}"/>
                </a:ext>
              </a:extLst>
            </p:cNvPr>
            <p:cNvSpPr/>
            <p:nvPr/>
          </p:nvSpPr>
          <p:spPr>
            <a:xfrm>
              <a:off x="2147914" y="4360070"/>
              <a:ext cx="103141" cy="355600"/>
            </a:xfrm>
            <a:prstGeom prst="roundRect">
              <a:avLst/>
            </a:pr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A1671666-5663-B04E-B11D-0FFD72D2E47D}"/>
                </a:ext>
              </a:extLst>
            </p:cNvPr>
            <p:cNvSpPr/>
            <p:nvPr/>
          </p:nvSpPr>
          <p:spPr>
            <a:xfrm>
              <a:off x="2147914" y="4813448"/>
              <a:ext cx="103141" cy="3556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61007415-856E-B64F-BD84-6311D2290642}"/>
                </a:ext>
              </a:extLst>
            </p:cNvPr>
            <p:cNvSpPr/>
            <p:nvPr/>
          </p:nvSpPr>
          <p:spPr>
            <a:xfrm>
              <a:off x="2147913" y="5259975"/>
              <a:ext cx="104795" cy="355600"/>
            </a:xfrm>
            <a:prstGeom prst="roundRect">
              <a:avLst/>
            </a:prstGeom>
            <a:solidFill>
              <a:srgbClr val="99FFC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EE9E177-6FAC-5241-966B-AA34EB750379}"/>
                </a:ext>
              </a:extLst>
            </p:cNvPr>
            <p:cNvSpPr txBox="1"/>
            <p:nvPr/>
          </p:nvSpPr>
          <p:spPr>
            <a:xfrm>
              <a:off x="2216426" y="3875724"/>
              <a:ext cx="7420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NG: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T</a:t>
              </a:r>
              <a:endParaRPr kumimoji="1" lang="zh-CN" altLang="en-US" sz="1400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D22C5BF-2782-9642-912B-BE90C7F1EE59}"/>
                </a:ext>
              </a:extLst>
            </p:cNvPr>
            <p:cNvSpPr txBox="1"/>
            <p:nvPr/>
          </p:nvSpPr>
          <p:spPr>
            <a:xfrm>
              <a:off x="2208778" y="4330435"/>
              <a:ext cx="6755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NI: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</a:t>
              </a:r>
              <a:endParaRPr kumimoji="1" lang="zh-CN" altLang="en-US" sz="1400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EA161A0-7014-3740-A254-BAB151049D85}"/>
                </a:ext>
              </a:extLst>
            </p:cNvPr>
            <p:cNvSpPr txBox="1"/>
            <p:nvPr/>
          </p:nvSpPr>
          <p:spPr>
            <a:xfrm>
              <a:off x="2216025" y="4785614"/>
              <a:ext cx="744019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HD: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C</a:t>
              </a:r>
              <a:endParaRPr kumimoji="1" lang="zh-CN" altLang="en-US" sz="14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DF89E2A-EC00-3D4B-BED2-A77154F6E940}"/>
                </a:ext>
              </a:extLst>
            </p:cNvPr>
            <p:cNvSpPr txBox="1"/>
            <p:nvPr/>
          </p:nvSpPr>
          <p:spPr>
            <a:xfrm>
              <a:off x="2208778" y="5240793"/>
              <a:ext cx="772230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NH: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G</a:t>
              </a:r>
              <a:endParaRPr kumimoji="1" lang="zh-CN" altLang="en-US" sz="1400" dirty="0"/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787E4F1A-AD35-9542-9F15-297A0859792A}"/>
              </a:ext>
            </a:extLst>
          </p:cNvPr>
          <p:cNvSpPr txBox="1"/>
          <p:nvPr/>
        </p:nvSpPr>
        <p:spPr>
          <a:xfrm>
            <a:off x="1808852" y="3794423"/>
            <a:ext cx="1625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/>
              <a:t>Repeat variable diresidues (RVDs)</a:t>
            </a:r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883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Protein-Guided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2A0F9B-A800-8F45-BD89-E13375AA649D}"/>
              </a:ext>
            </a:extLst>
          </p:cNvPr>
          <p:cNvCxnSpPr/>
          <p:nvPr/>
        </p:nvCxnSpPr>
        <p:spPr>
          <a:xfrm>
            <a:off x="808692" y="229308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11E47A-6D6B-0743-8463-AE653EBFEBC2}"/>
              </a:ext>
            </a:extLst>
          </p:cNvPr>
          <p:cNvCxnSpPr/>
          <p:nvPr/>
        </p:nvCxnSpPr>
        <p:spPr>
          <a:xfrm>
            <a:off x="808692" y="260904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46E3A-6BFF-784C-B92A-3B3C1E15E4E3}"/>
              </a:ext>
            </a:extLst>
          </p:cNvPr>
          <p:cNvCxnSpPr>
            <a:cxnSpLocks/>
          </p:cNvCxnSpPr>
          <p:nvPr/>
        </p:nvCxnSpPr>
        <p:spPr>
          <a:xfrm>
            <a:off x="99527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ECF60E-2A22-9549-92AD-5D16DE57B275}"/>
              </a:ext>
            </a:extLst>
          </p:cNvPr>
          <p:cNvCxnSpPr>
            <a:cxnSpLocks/>
          </p:cNvCxnSpPr>
          <p:nvPr/>
        </p:nvCxnSpPr>
        <p:spPr>
          <a:xfrm>
            <a:off x="11400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0CA37D-C44C-B94F-A031-3C5DEDB97716}"/>
              </a:ext>
            </a:extLst>
          </p:cNvPr>
          <p:cNvCxnSpPr>
            <a:cxnSpLocks/>
          </p:cNvCxnSpPr>
          <p:nvPr/>
        </p:nvCxnSpPr>
        <p:spPr>
          <a:xfrm>
            <a:off x="127721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8CE2F9-151A-A547-A2A9-1DCD927AC735}"/>
              </a:ext>
            </a:extLst>
          </p:cNvPr>
          <p:cNvCxnSpPr>
            <a:cxnSpLocks/>
          </p:cNvCxnSpPr>
          <p:nvPr/>
        </p:nvCxnSpPr>
        <p:spPr>
          <a:xfrm>
            <a:off x="14067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C86B52-460C-D747-941F-E753642128D0}"/>
              </a:ext>
            </a:extLst>
          </p:cNvPr>
          <p:cNvCxnSpPr>
            <a:cxnSpLocks/>
          </p:cNvCxnSpPr>
          <p:nvPr/>
        </p:nvCxnSpPr>
        <p:spPr>
          <a:xfrm>
            <a:off x="153629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AD3B31-C2B9-AB44-8B2E-83784F380CCF}"/>
              </a:ext>
            </a:extLst>
          </p:cNvPr>
          <p:cNvCxnSpPr>
            <a:cxnSpLocks/>
          </p:cNvCxnSpPr>
          <p:nvPr/>
        </p:nvCxnSpPr>
        <p:spPr>
          <a:xfrm>
            <a:off x="167415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171C57-F134-D040-81E8-2FFE9DBE7326}"/>
              </a:ext>
            </a:extLst>
          </p:cNvPr>
          <p:cNvCxnSpPr>
            <a:cxnSpLocks/>
          </p:cNvCxnSpPr>
          <p:nvPr/>
        </p:nvCxnSpPr>
        <p:spPr>
          <a:xfrm>
            <a:off x="18189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37BAB2-8B69-1C4A-86BB-A49878F941B5}"/>
              </a:ext>
            </a:extLst>
          </p:cNvPr>
          <p:cNvCxnSpPr>
            <a:cxnSpLocks/>
          </p:cNvCxnSpPr>
          <p:nvPr/>
        </p:nvCxnSpPr>
        <p:spPr>
          <a:xfrm>
            <a:off x="195609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3C738E-66FF-E04D-878D-B21E7029796B}"/>
              </a:ext>
            </a:extLst>
          </p:cNvPr>
          <p:cNvCxnSpPr>
            <a:cxnSpLocks/>
          </p:cNvCxnSpPr>
          <p:nvPr/>
        </p:nvCxnSpPr>
        <p:spPr>
          <a:xfrm>
            <a:off x="20856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B6507-5089-5845-BC15-187514BCA90C}"/>
              </a:ext>
            </a:extLst>
          </p:cNvPr>
          <p:cNvCxnSpPr>
            <a:cxnSpLocks/>
          </p:cNvCxnSpPr>
          <p:nvPr/>
        </p:nvCxnSpPr>
        <p:spPr>
          <a:xfrm>
            <a:off x="221517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5522E-15B2-B84C-A952-328BA5D78FA5}"/>
              </a:ext>
            </a:extLst>
          </p:cNvPr>
          <p:cNvCxnSpPr>
            <a:cxnSpLocks/>
          </p:cNvCxnSpPr>
          <p:nvPr/>
        </p:nvCxnSpPr>
        <p:spPr>
          <a:xfrm>
            <a:off x="235302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9A68BB-1269-8547-8059-E75F5BC54CA3}"/>
              </a:ext>
            </a:extLst>
          </p:cNvPr>
          <p:cNvCxnSpPr>
            <a:cxnSpLocks/>
          </p:cNvCxnSpPr>
          <p:nvPr/>
        </p:nvCxnSpPr>
        <p:spPr>
          <a:xfrm>
            <a:off x="24978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EE2218-2A37-CF4A-A120-09DB593CD08D}"/>
              </a:ext>
            </a:extLst>
          </p:cNvPr>
          <p:cNvCxnSpPr>
            <a:cxnSpLocks/>
          </p:cNvCxnSpPr>
          <p:nvPr/>
        </p:nvCxnSpPr>
        <p:spPr>
          <a:xfrm>
            <a:off x="263496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8AF46DE-7F6B-6B41-AF8E-C67D79EF7880}"/>
              </a:ext>
            </a:extLst>
          </p:cNvPr>
          <p:cNvCxnSpPr>
            <a:cxnSpLocks/>
          </p:cNvCxnSpPr>
          <p:nvPr/>
        </p:nvCxnSpPr>
        <p:spPr>
          <a:xfrm>
            <a:off x="27645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F926E4-6FF7-5041-A4EA-3D616BEDBA89}"/>
              </a:ext>
            </a:extLst>
          </p:cNvPr>
          <p:cNvCxnSpPr>
            <a:cxnSpLocks/>
          </p:cNvCxnSpPr>
          <p:nvPr/>
        </p:nvCxnSpPr>
        <p:spPr>
          <a:xfrm>
            <a:off x="289404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616140-6735-204F-ADF7-AA13397B138D}"/>
              </a:ext>
            </a:extLst>
          </p:cNvPr>
          <p:cNvCxnSpPr>
            <a:cxnSpLocks/>
          </p:cNvCxnSpPr>
          <p:nvPr/>
        </p:nvCxnSpPr>
        <p:spPr>
          <a:xfrm>
            <a:off x="303189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4C833B-5EAB-CF42-8EE4-3622D65623CA}"/>
              </a:ext>
            </a:extLst>
          </p:cNvPr>
          <p:cNvCxnSpPr>
            <a:cxnSpLocks/>
          </p:cNvCxnSpPr>
          <p:nvPr/>
        </p:nvCxnSpPr>
        <p:spPr>
          <a:xfrm>
            <a:off x="31766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271BE-E63E-B34B-BD76-5F59D1458054}"/>
              </a:ext>
            </a:extLst>
          </p:cNvPr>
          <p:cNvCxnSpPr>
            <a:cxnSpLocks/>
          </p:cNvCxnSpPr>
          <p:nvPr/>
        </p:nvCxnSpPr>
        <p:spPr>
          <a:xfrm>
            <a:off x="331383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08EA02-74A2-824B-82BF-D0256F39C39D}"/>
              </a:ext>
            </a:extLst>
          </p:cNvPr>
          <p:cNvCxnSpPr>
            <a:cxnSpLocks/>
          </p:cNvCxnSpPr>
          <p:nvPr/>
        </p:nvCxnSpPr>
        <p:spPr>
          <a:xfrm>
            <a:off x="34433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8C9259-30A7-5941-B5AB-0614EDCA7B1B}"/>
              </a:ext>
            </a:extLst>
          </p:cNvPr>
          <p:cNvCxnSpPr>
            <a:cxnSpLocks/>
          </p:cNvCxnSpPr>
          <p:nvPr/>
        </p:nvCxnSpPr>
        <p:spPr>
          <a:xfrm>
            <a:off x="357291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9DD92E-F6CC-3545-A42E-1677BB245F4A}"/>
              </a:ext>
            </a:extLst>
          </p:cNvPr>
          <p:cNvCxnSpPr>
            <a:cxnSpLocks/>
          </p:cNvCxnSpPr>
          <p:nvPr/>
        </p:nvCxnSpPr>
        <p:spPr>
          <a:xfrm>
            <a:off x="371077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1441B4-385E-C74A-B3E1-91B1592BF009}"/>
              </a:ext>
            </a:extLst>
          </p:cNvPr>
          <p:cNvCxnSpPr>
            <a:cxnSpLocks/>
          </p:cNvCxnSpPr>
          <p:nvPr/>
        </p:nvCxnSpPr>
        <p:spPr>
          <a:xfrm>
            <a:off x="38555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9E3E861-040C-5A4B-B067-F7F728A3E6AA}"/>
              </a:ext>
            </a:extLst>
          </p:cNvPr>
          <p:cNvCxnSpPr>
            <a:cxnSpLocks/>
          </p:cNvCxnSpPr>
          <p:nvPr/>
        </p:nvCxnSpPr>
        <p:spPr>
          <a:xfrm>
            <a:off x="399271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87947DE-8F0E-1E47-BFA4-94AB70D44EBC}"/>
              </a:ext>
            </a:extLst>
          </p:cNvPr>
          <p:cNvCxnSpPr>
            <a:cxnSpLocks/>
          </p:cNvCxnSpPr>
          <p:nvPr/>
        </p:nvCxnSpPr>
        <p:spPr>
          <a:xfrm>
            <a:off x="41222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C0B7D0-5219-034A-BA1C-5471CFA03C76}"/>
              </a:ext>
            </a:extLst>
          </p:cNvPr>
          <p:cNvCxnSpPr>
            <a:cxnSpLocks/>
          </p:cNvCxnSpPr>
          <p:nvPr/>
        </p:nvCxnSpPr>
        <p:spPr>
          <a:xfrm>
            <a:off x="425179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B72E18-4174-234B-8A06-2D9340EF7B9B}"/>
              </a:ext>
            </a:extLst>
          </p:cNvPr>
          <p:cNvCxnSpPr>
            <a:cxnSpLocks/>
          </p:cNvCxnSpPr>
          <p:nvPr/>
        </p:nvCxnSpPr>
        <p:spPr>
          <a:xfrm>
            <a:off x="43820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AFE885B-58B8-EC45-A3A8-61232D66CE81}"/>
              </a:ext>
            </a:extLst>
          </p:cNvPr>
          <p:cNvCxnSpPr>
            <a:cxnSpLocks/>
          </p:cNvCxnSpPr>
          <p:nvPr/>
        </p:nvCxnSpPr>
        <p:spPr>
          <a:xfrm>
            <a:off x="451918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8C1E10-890A-904C-871A-B02A76810DCC}"/>
              </a:ext>
            </a:extLst>
          </p:cNvPr>
          <p:cNvCxnSpPr>
            <a:cxnSpLocks/>
          </p:cNvCxnSpPr>
          <p:nvPr/>
        </p:nvCxnSpPr>
        <p:spPr>
          <a:xfrm>
            <a:off x="46487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852855-9E61-AB46-B9A5-A0002199DC27}"/>
              </a:ext>
            </a:extLst>
          </p:cNvPr>
          <p:cNvCxnSpPr>
            <a:cxnSpLocks/>
          </p:cNvCxnSpPr>
          <p:nvPr/>
        </p:nvCxnSpPr>
        <p:spPr>
          <a:xfrm>
            <a:off x="4778263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F1999BB-14CF-314D-AD4F-EE5144E1D1D3}"/>
              </a:ext>
            </a:extLst>
          </p:cNvPr>
          <p:cNvCxnSpPr>
            <a:cxnSpLocks/>
          </p:cNvCxnSpPr>
          <p:nvPr/>
        </p:nvCxnSpPr>
        <p:spPr>
          <a:xfrm>
            <a:off x="491611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BF0046-D690-CB48-B9D6-8A70AEDCB549}"/>
              </a:ext>
            </a:extLst>
          </p:cNvPr>
          <p:cNvCxnSpPr>
            <a:cxnSpLocks/>
          </p:cNvCxnSpPr>
          <p:nvPr/>
        </p:nvCxnSpPr>
        <p:spPr>
          <a:xfrm>
            <a:off x="50608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DA487A9-2F19-AA4E-A69A-ED478298CCA2}"/>
              </a:ext>
            </a:extLst>
          </p:cNvPr>
          <p:cNvCxnSpPr>
            <a:cxnSpLocks/>
          </p:cNvCxnSpPr>
          <p:nvPr/>
        </p:nvCxnSpPr>
        <p:spPr>
          <a:xfrm>
            <a:off x="519805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696660-92B6-A145-8A2A-51F1086B7620}"/>
              </a:ext>
            </a:extLst>
          </p:cNvPr>
          <p:cNvCxnSpPr>
            <a:cxnSpLocks/>
          </p:cNvCxnSpPr>
          <p:nvPr/>
        </p:nvCxnSpPr>
        <p:spPr>
          <a:xfrm>
            <a:off x="53275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70F5D0-A094-D141-AD37-31EF73C237E5}"/>
              </a:ext>
            </a:extLst>
          </p:cNvPr>
          <p:cNvCxnSpPr>
            <a:cxnSpLocks/>
          </p:cNvCxnSpPr>
          <p:nvPr/>
        </p:nvCxnSpPr>
        <p:spPr>
          <a:xfrm>
            <a:off x="545713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E8182AA-9A3E-6149-B879-00CCF59ECD78}"/>
              </a:ext>
            </a:extLst>
          </p:cNvPr>
          <p:cNvCxnSpPr>
            <a:cxnSpLocks/>
          </p:cNvCxnSpPr>
          <p:nvPr/>
        </p:nvCxnSpPr>
        <p:spPr>
          <a:xfrm>
            <a:off x="559498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2CD8FD-B93D-F440-A860-C4DC42B851E8}"/>
              </a:ext>
            </a:extLst>
          </p:cNvPr>
          <p:cNvCxnSpPr>
            <a:cxnSpLocks/>
          </p:cNvCxnSpPr>
          <p:nvPr/>
        </p:nvCxnSpPr>
        <p:spPr>
          <a:xfrm>
            <a:off x="57397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325DE8-A33C-7C42-89BE-5587F49160A0}"/>
              </a:ext>
            </a:extLst>
          </p:cNvPr>
          <p:cNvCxnSpPr>
            <a:cxnSpLocks/>
          </p:cNvCxnSpPr>
          <p:nvPr/>
        </p:nvCxnSpPr>
        <p:spPr>
          <a:xfrm>
            <a:off x="587692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9F4D8BF-6210-5D41-BF0D-C065D33B21EC}"/>
              </a:ext>
            </a:extLst>
          </p:cNvPr>
          <p:cNvCxnSpPr>
            <a:cxnSpLocks/>
          </p:cNvCxnSpPr>
          <p:nvPr/>
        </p:nvCxnSpPr>
        <p:spPr>
          <a:xfrm>
            <a:off x="60064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3D809A-A525-8A48-ABF8-4D227B75B8A6}"/>
              </a:ext>
            </a:extLst>
          </p:cNvPr>
          <p:cNvCxnSpPr>
            <a:cxnSpLocks/>
          </p:cNvCxnSpPr>
          <p:nvPr/>
        </p:nvCxnSpPr>
        <p:spPr>
          <a:xfrm>
            <a:off x="613600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E42D398-D702-604D-93E8-C2688CAB5031}"/>
              </a:ext>
            </a:extLst>
          </p:cNvPr>
          <p:cNvCxnSpPr/>
          <p:nvPr/>
        </p:nvCxnSpPr>
        <p:spPr>
          <a:xfrm>
            <a:off x="648919" y="246691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008C8AB-47E6-DA48-ADFB-D720EE764DBF}"/>
              </a:ext>
            </a:extLst>
          </p:cNvPr>
          <p:cNvSpPr txBox="1"/>
          <p:nvPr/>
        </p:nvSpPr>
        <p:spPr>
          <a:xfrm>
            <a:off x="449298" y="21084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534512-00B0-C847-A298-A9303F0411D4}"/>
              </a:ext>
            </a:extLst>
          </p:cNvPr>
          <p:cNvSpPr txBox="1"/>
          <p:nvPr/>
        </p:nvSpPr>
        <p:spPr>
          <a:xfrm>
            <a:off x="449298" y="242644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A892B4-EBB2-8E4C-BA18-BBFFF3E1DCC0}"/>
              </a:ext>
            </a:extLst>
          </p:cNvPr>
          <p:cNvSpPr txBox="1"/>
          <p:nvPr/>
        </p:nvSpPr>
        <p:spPr>
          <a:xfrm>
            <a:off x="6281326" y="242329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0FA3D-AB45-A94F-81C1-C62489ADB802}"/>
              </a:ext>
            </a:extLst>
          </p:cNvPr>
          <p:cNvSpPr txBox="1"/>
          <p:nvPr/>
        </p:nvSpPr>
        <p:spPr>
          <a:xfrm>
            <a:off x="6282439" y="210890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7F41C1D0-AADE-6E40-BE68-CBFE696B23DB}"/>
              </a:ext>
            </a:extLst>
          </p:cNvPr>
          <p:cNvSpPr/>
          <p:nvPr/>
        </p:nvSpPr>
        <p:spPr>
          <a:xfrm>
            <a:off x="3545713" y="219343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2D8C4CB4-6F49-3449-8FD0-7DF672DB4B0C}"/>
              </a:ext>
            </a:extLst>
          </p:cNvPr>
          <p:cNvSpPr/>
          <p:nvPr/>
        </p:nvSpPr>
        <p:spPr>
          <a:xfrm>
            <a:off x="1763307" y="270868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52B4BC94-2AF5-EF40-A9BA-B536CBD615E5}"/>
              </a:ext>
            </a:extLst>
          </p:cNvPr>
          <p:cNvSpPr/>
          <p:nvPr/>
        </p:nvSpPr>
        <p:spPr>
          <a:xfrm>
            <a:off x="2173755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E9B4074D-5670-9841-A580-66293886350A}"/>
              </a:ext>
            </a:extLst>
          </p:cNvPr>
          <p:cNvSpPr/>
          <p:nvPr/>
        </p:nvSpPr>
        <p:spPr>
          <a:xfrm>
            <a:off x="2593120" y="2696797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4206E9E0-56A0-6F42-868C-C6EE9FCE3AF0}"/>
              </a:ext>
            </a:extLst>
          </p:cNvPr>
          <p:cNvSpPr/>
          <p:nvPr/>
        </p:nvSpPr>
        <p:spPr>
          <a:xfrm>
            <a:off x="2991308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684E568-1640-3B49-AD32-B6180E4C4AE2}"/>
              </a:ext>
            </a:extLst>
          </p:cNvPr>
          <p:cNvGrpSpPr/>
          <p:nvPr/>
        </p:nvGrpSpPr>
        <p:grpSpPr>
          <a:xfrm>
            <a:off x="3365579" y="1801389"/>
            <a:ext cx="2518671" cy="793133"/>
            <a:chOff x="8308639" y="3431406"/>
            <a:chExt cx="2518671" cy="793133"/>
          </a:xfrm>
        </p:grpSpPr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83F66F3-0C99-AE45-B328-8607E20F6109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BF48A6B-8EE7-B845-A2BB-9F301BBC37FC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F64A46A-9BBE-904B-B5B6-CD0BCDAE70C9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DE1769B-2145-6945-A1D0-5E286D0464A0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1AF418-34AA-F34D-B0FA-5FD6EB81783D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2E3E71C-C431-644D-9B27-AB22FEA9CCF6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C9FB3AF-0C94-4341-8A21-E075EF04B735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DECD7E9-C82C-8541-95F4-3D6C5DFE2CE9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D4DE462-38DD-4040-95DC-5E9B262135C7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1" name="Freeform 70">
            <a:extLst>
              <a:ext uri="{FF2B5EF4-FFF2-40B4-BE49-F238E27FC236}">
                <a16:creationId xmlns:a16="http://schemas.microsoft.com/office/drawing/2014/main" id="{6D827F1C-6574-8140-9F29-50C11CA97406}"/>
              </a:ext>
            </a:extLst>
          </p:cNvPr>
          <p:cNvSpPr/>
          <p:nvPr/>
        </p:nvSpPr>
        <p:spPr>
          <a:xfrm rot="20361174" flipV="1">
            <a:off x="3307141" y="2891710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247E7DB8-20E9-314E-A63E-C821FCC128D2}"/>
              </a:ext>
            </a:extLst>
          </p:cNvPr>
          <p:cNvSpPr/>
          <p:nvPr/>
        </p:nvSpPr>
        <p:spPr>
          <a:xfrm rot="20361174" flipV="1">
            <a:off x="2835503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D205603-16A4-AC41-B72E-AF166A0A868C}"/>
              </a:ext>
            </a:extLst>
          </p:cNvPr>
          <p:cNvSpPr/>
          <p:nvPr/>
        </p:nvSpPr>
        <p:spPr>
          <a:xfrm rot="9967244" flipV="1">
            <a:off x="2450185" y="2667917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8F70C25D-1077-CA44-811B-B77B3C6DE551}"/>
              </a:ext>
            </a:extLst>
          </p:cNvPr>
          <p:cNvSpPr/>
          <p:nvPr/>
        </p:nvSpPr>
        <p:spPr>
          <a:xfrm rot="20361174" flipV="1">
            <a:off x="2023046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Lightning Bolt 74">
            <a:extLst>
              <a:ext uri="{FF2B5EF4-FFF2-40B4-BE49-F238E27FC236}">
                <a16:creationId xmlns:a16="http://schemas.microsoft.com/office/drawing/2014/main" id="{0AE70164-A7E3-7842-968A-212B2EA4C4AC}"/>
              </a:ext>
            </a:extLst>
          </p:cNvPr>
          <p:cNvSpPr/>
          <p:nvPr/>
        </p:nvSpPr>
        <p:spPr>
          <a:xfrm flipH="1">
            <a:off x="3838903" y="161099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3F2C7BB-E90A-3644-9D5E-32FC319897C3}"/>
              </a:ext>
            </a:extLst>
          </p:cNvPr>
          <p:cNvCxnSpPr>
            <a:cxnSpLocks/>
          </p:cNvCxnSpPr>
          <p:nvPr/>
        </p:nvCxnSpPr>
        <p:spPr>
          <a:xfrm>
            <a:off x="872040" y="4219398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13752CF-F5EB-6B42-B4A4-DECB01F4F881}"/>
              </a:ext>
            </a:extLst>
          </p:cNvPr>
          <p:cNvCxnSpPr/>
          <p:nvPr/>
        </p:nvCxnSpPr>
        <p:spPr>
          <a:xfrm>
            <a:off x="872040" y="4535354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C992AC-8BD2-8449-BD9A-66A5AA2C64E2}"/>
              </a:ext>
            </a:extLst>
          </p:cNvPr>
          <p:cNvCxnSpPr>
            <a:cxnSpLocks/>
          </p:cNvCxnSpPr>
          <p:nvPr/>
        </p:nvCxnSpPr>
        <p:spPr>
          <a:xfrm>
            <a:off x="105862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274E06-4D29-6942-A6BD-780A1F48886B}"/>
              </a:ext>
            </a:extLst>
          </p:cNvPr>
          <p:cNvCxnSpPr>
            <a:cxnSpLocks/>
          </p:cNvCxnSpPr>
          <p:nvPr/>
        </p:nvCxnSpPr>
        <p:spPr>
          <a:xfrm>
            <a:off x="12034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AD78413-6C29-C14D-B8BA-4C179F9DA174}"/>
              </a:ext>
            </a:extLst>
          </p:cNvPr>
          <p:cNvCxnSpPr>
            <a:cxnSpLocks/>
          </p:cNvCxnSpPr>
          <p:nvPr/>
        </p:nvCxnSpPr>
        <p:spPr>
          <a:xfrm>
            <a:off x="134056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8B0D709-C49F-8745-9FB8-6E2DD250EEF2}"/>
              </a:ext>
            </a:extLst>
          </p:cNvPr>
          <p:cNvCxnSpPr>
            <a:cxnSpLocks/>
          </p:cNvCxnSpPr>
          <p:nvPr/>
        </p:nvCxnSpPr>
        <p:spPr>
          <a:xfrm>
            <a:off x="14701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8AF168-B20C-9E48-A2C5-C3FD30A2A641}"/>
              </a:ext>
            </a:extLst>
          </p:cNvPr>
          <p:cNvCxnSpPr>
            <a:cxnSpLocks/>
          </p:cNvCxnSpPr>
          <p:nvPr/>
        </p:nvCxnSpPr>
        <p:spPr>
          <a:xfrm>
            <a:off x="159964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CF82A4-4CE2-EC4C-9F4B-903174412CE6}"/>
              </a:ext>
            </a:extLst>
          </p:cNvPr>
          <p:cNvCxnSpPr>
            <a:cxnSpLocks/>
          </p:cNvCxnSpPr>
          <p:nvPr/>
        </p:nvCxnSpPr>
        <p:spPr>
          <a:xfrm>
            <a:off x="173750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0C01C71-9437-2847-A865-94D467E15BB0}"/>
              </a:ext>
            </a:extLst>
          </p:cNvPr>
          <p:cNvCxnSpPr>
            <a:cxnSpLocks/>
          </p:cNvCxnSpPr>
          <p:nvPr/>
        </p:nvCxnSpPr>
        <p:spPr>
          <a:xfrm>
            <a:off x="18822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B87907C-4FAD-3544-A119-6E0226A2A553}"/>
              </a:ext>
            </a:extLst>
          </p:cNvPr>
          <p:cNvCxnSpPr>
            <a:cxnSpLocks/>
          </p:cNvCxnSpPr>
          <p:nvPr/>
        </p:nvCxnSpPr>
        <p:spPr>
          <a:xfrm>
            <a:off x="201944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F9D9B48-BB0E-F545-9F64-32F5A4E9DCC7}"/>
              </a:ext>
            </a:extLst>
          </p:cNvPr>
          <p:cNvCxnSpPr>
            <a:cxnSpLocks/>
          </p:cNvCxnSpPr>
          <p:nvPr/>
        </p:nvCxnSpPr>
        <p:spPr>
          <a:xfrm>
            <a:off x="21489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B2CEEF2-D8A7-7542-8AD3-9C192BE5ED2C}"/>
              </a:ext>
            </a:extLst>
          </p:cNvPr>
          <p:cNvCxnSpPr>
            <a:cxnSpLocks/>
          </p:cNvCxnSpPr>
          <p:nvPr/>
        </p:nvCxnSpPr>
        <p:spPr>
          <a:xfrm>
            <a:off x="227852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61E8D0-2688-2D4B-94AE-B75D3CE535BF}"/>
              </a:ext>
            </a:extLst>
          </p:cNvPr>
          <p:cNvCxnSpPr>
            <a:cxnSpLocks/>
          </p:cNvCxnSpPr>
          <p:nvPr/>
        </p:nvCxnSpPr>
        <p:spPr>
          <a:xfrm>
            <a:off x="241637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633437-7E1B-624C-9820-69F0B429AA76}"/>
              </a:ext>
            </a:extLst>
          </p:cNvPr>
          <p:cNvCxnSpPr>
            <a:cxnSpLocks/>
          </p:cNvCxnSpPr>
          <p:nvPr/>
        </p:nvCxnSpPr>
        <p:spPr>
          <a:xfrm>
            <a:off x="25611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F4627C-AFF1-0045-BD6B-68621A9681FC}"/>
              </a:ext>
            </a:extLst>
          </p:cNvPr>
          <p:cNvCxnSpPr>
            <a:cxnSpLocks/>
          </p:cNvCxnSpPr>
          <p:nvPr/>
        </p:nvCxnSpPr>
        <p:spPr>
          <a:xfrm>
            <a:off x="269831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F7EC3D3-10B2-A941-88BE-08E58AA9545B}"/>
              </a:ext>
            </a:extLst>
          </p:cNvPr>
          <p:cNvCxnSpPr>
            <a:cxnSpLocks/>
          </p:cNvCxnSpPr>
          <p:nvPr/>
        </p:nvCxnSpPr>
        <p:spPr>
          <a:xfrm>
            <a:off x="28278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44BAC2A-FBA9-C544-939B-32E8B63DC0DC}"/>
              </a:ext>
            </a:extLst>
          </p:cNvPr>
          <p:cNvCxnSpPr>
            <a:cxnSpLocks/>
          </p:cNvCxnSpPr>
          <p:nvPr/>
        </p:nvCxnSpPr>
        <p:spPr>
          <a:xfrm>
            <a:off x="295739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2436750-88FC-CD49-ADCE-B4D8F09369E4}"/>
              </a:ext>
            </a:extLst>
          </p:cNvPr>
          <p:cNvCxnSpPr>
            <a:cxnSpLocks/>
          </p:cNvCxnSpPr>
          <p:nvPr/>
        </p:nvCxnSpPr>
        <p:spPr>
          <a:xfrm>
            <a:off x="309524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51B5EB7-EB35-634F-AAA4-41FCA9A9944F}"/>
              </a:ext>
            </a:extLst>
          </p:cNvPr>
          <p:cNvCxnSpPr>
            <a:cxnSpLocks/>
          </p:cNvCxnSpPr>
          <p:nvPr/>
        </p:nvCxnSpPr>
        <p:spPr>
          <a:xfrm>
            <a:off x="32400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50489DA-240F-9C40-A495-CFF31803EAF0}"/>
              </a:ext>
            </a:extLst>
          </p:cNvPr>
          <p:cNvCxnSpPr>
            <a:cxnSpLocks/>
          </p:cNvCxnSpPr>
          <p:nvPr/>
        </p:nvCxnSpPr>
        <p:spPr>
          <a:xfrm>
            <a:off x="337718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9B716DE-D47B-7F4F-B28A-3E86507B006F}"/>
              </a:ext>
            </a:extLst>
          </p:cNvPr>
          <p:cNvCxnSpPr>
            <a:cxnSpLocks/>
          </p:cNvCxnSpPr>
          <p:nvPr/>
        </p:nvCxnSpPr>
        <p:spPr>
          <a:xfrm>
            <a:off x="35067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7371EAE-0802-F441-86BE-6A7CC5FF8503}"/>
              </a:ext>
            </a:extLst>
          </p:cNvPr>
          <p:cNvCxnSpPr>
            <a:cxnSpLocks/>
          </p:cNvCxnSpPr>
          <p:nvPr/>
        </p:nvCxnSpPr>
        <p:spPr>
          <a:xfrm>
            <a:off x="363626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7BA93A-196A-6642-9597-401F8262D4B9}"/>
              </a:ext>
            </a:extLst>
          </p:cNvPr>
          <p:cNvCxnSpPr>
            <a:cxnSpLocks/>
          </p:cNvCxnSpPr>
          <p:nvPr/>
        </p:nvCxnSpPr>
        <p:spPr>
          <a:xfrm>
            <a:off x="377411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35F98C4-A36A-E445-89B8-F2DAEEACE20A}"/>
              </a:ext>
            </a:extLst>
          </p:cNvPr>
          <p:cNvCxnSpPr>
            <a:cxnSpLocks/>
          </p:cNvCxnSpPr>
          <p:nvPr/>
        </p:nvCxnSpPr>
        <p:spPr>
          <a:xfrm>
            <a:off x="39188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419C1A8-9537-CF49-AB6A-5F8308C8075C}"/>
              </a:ext>
            </a:extLst>
          </p:cNvPr>
          <p:cNvCxnSpPr>
            <a:cxnSpLocks/>
          </p:cNvCxnSpPr>
          <p:nvPr/>
        </p:nvCxnSpPr>
        <p:spPr>
          <a:xfrm>
            <a:off x="405605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DEC512E-333A-1B4C-A32D-C024A132BB75}"/>
              </a:ext>
            </a:extLst>
          </p:cNvPr>
          <p:cNvCxnSpPr>
            <a:cxnSpLocks/>
          </p:cNvCxnSpPr>
          <p:nvPr/>
        </p:nvCxnSpPr>
        <p:spPr>
          <a:xfrm>
            <a:off x="41855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2B51657-3ADF-3C41-88CF-DCEE58A431DB}"/>
              </a:ext>
            </a:extLst>
          </p:cNvPr>
          <p:cNvCxnSpPr>
            <a:cxnSpLocks/>
          </p:cNvCxnSpPr>
          <p:nvPr/>
        </p:nvCxnSpPr>
        <p:spPr>
          <a:xfrm>
            <a:off x="431513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F9D82E-5B5C-4E4E-A30D-D45FCD5900BC}"/>
              </a:ext>
            </a:extLst>
          </p:cNvPr>
          <p:cNvCxnSpPr>
            <a:cxnSpLocks/>
          </p:cNvCxnSpPr>
          <p:nvPr/>
        </p:nvCxnSpPr>
        <p:spPr>
          <a:xfrm>
            <a:off x="44453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230F7D6B-D560-F84B-9F90-37D07E15E427}"/>
              </a:ext>
            </a:extLst>
          </p:cNvPr>
          <p:cNvCxnSpPr>
            <a:cxnSpLocks/>
          </p:cNvCxnSpPr>
          <p:nvPr/>
        </p:nvCxnSpPr>
        <p:spPr>
          <a:xfrm>
            <a:off x="458253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5F907BB-C602-184E-A877-CEF37A532F14}"/>
              </a:ext>
            </a:extLst>
          </p:cNvPr>
          <p:cNvCxnSpPr>
            <a:cxnSpLocks/>
          </p:cNvCxnSpPr>
          <p:nvPr/>
        </p:nvCxnSpPr>
        <p:spPr>
          <a:xfrm>
            <a:off x="47120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6F9FD34-4DD1-4F45-A824-9FE3F47F9254}"/>
              </a:ext>
            </a:extLst>
          </p:cNvPr>
          <p:cNvCxnSpPr>
            <a:cxnSpLocks/>
          </p:cNvCxnSpPr>
          <p:nvPr/>
        </p:nvCxnSpPr>
        <p:spPr>
          <a:xfrm>
            <a:off x="4841611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EDB9B27-9069-6F4B-A0B2-C507C5F5A728}"/>
              </a:ext>
            </a:extLst>
          </p:cNvPr>
          <p:cNvCxnSpPr>
            <a:cxnSpLocks/>
          </p:cNvCxnSpPr>
          <p:nvPr/>
        </p:nvCxnSpPr>
        <p:spPr>
          <a:xfrm>
            <a:off x="497946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C1055-6D9B-8F4F-8E75-025095A39F63}"/>
              </a:ext>
            </a:extLst>
          </p:cNvPr>
          <p:cNvCxnSpPr>
            <a:cxnSpLocks/>
          </p:cNvCxnSpPr>
          <p:nvPr/>
        </p:nvCxnSpPr>
        <p:spPr>
          <a:xfrm>
            <a:off x="51242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4B4C502-5030-B041-B456-1673935017A4}"/>
              </a:ext>
            </a:extLst>
          </p:cNvPr>
          <p:cNvCxnSpPr>
            <a:cxnSpLocks/>
          </p:cNvCxnSpPr>
          <p:nvPr/>
        </p:nvCxnSpPr>
        <p:spPr>
          <a:xfrm>
            <a:off x="526140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8A01530-5855-534C-9235-988590ACF9B6}"/>
              </a:ext>
            </a:extLst>
          </p:cNvPr>
          <p:cNvCxnSpPr>
            <a:cxnSpLocks/>
          </p:cNvCxnSpPr>
          <p:nvPr/>
        </p:nvCxnSpPr>
        <p:spPr>
          <a:xfrm>
            <a:off x="53909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A6AD419-01ED-764F-9BE7-1739F575CBD5}"/>
              </a:ext>
            </a:extLst>
          </p:cNvPr>
          <p:cNvCxnSpPr>
            <a:cxnSpLocks/>
          </p:cNvCxnSpPr>
          <p:nvPr/>
        </p:nvCxnSpPr>
        <p:spPr>
          <a:xfrm>
            <a:off x="552048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33DA583-A56E-4A46-9AE1-A976FDFFE8B3}"/>
              </a:ext>
            </a:extLst>
          </p:cNvPr>
          <p:cNvCxnSpPr>
            <a:cxnSpLocks/>
          </p:cNvCxnSpPr>
          <p:nvPr/>
        </p:nvCxnSpPr>
        <p:spPr>
          <a:xfrm>
            <a:off x="565833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FC8B7-22BC-8C4D-8A78-1A2AB11D7C5E}"/>
              </a:ext>
            </a:extLst>
          </p:cNvPr>
          <p:cNvCxnSpPr>
            <a:cxnSpLocks/>
          </p:cNvCxnSpPr>
          <p:nvPr/>
        </p:nvCxnSpPr>
        <p:spPr>
          <a:xfrm>
            <a:off x="58031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C21564-3C9B-D140-9A17-C397DB98D5A6}"/>
              </a:ext>
            </a:extLst>
          </p:cNvPr>
          <p:cNvCxnSpPr>
            <a:cxnSpLocks/>
          </p:cNvCxnSpPr>
          <p:nvPr/>
        </p:nvCxnSpPr>
        <p:spPr>
          <a:xfrm>
            <a:off x="594027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86087C3-0ED2-3B41-BE6D-A52B574B2A12}"/>
              </a:ext>
            </a:extLst>
          </p:cNvPr>
          <p:cNvCxnSpPr>
            <a:cxnSpLocks/>
          </p:cNvCxnSpPr>
          <p:nvPr/>
        </p:nvCxnSpPr>
        <p:spPr>
          <a:xfrm>
            <a:off x="60698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0ED76E5-6187-AD4D-9301-0B4CCE8A5F97}"/>
              </a:ext>
            </a:extLst>
          </p:cNvPr>
          <p:cNvCxnSpPr>
            <a:cxnSpLocks/>
          </p:cNvCxnSpPr>
          <p:nvPr/>
        </p:nvCxnSpPr>
        <p:spPr>
          <a:xfrm>
            <a:off x="619935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FA277CAA-7522-D743-AA1C-28299319F175}"/>
              </a:ext>
            </a:extLst>
          </p:cNvPr>
          <p:cNvCxnSpPr/>
          <p:nvPr/>
        </p:nvCxnSpPr>
        <p:spPr>
          <a:xfrm>
            <a:off x="712267" y="4393223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94AF451-22D2-6248-83C2-403E5886334E}"/>
              </a:ext>
            </a:extLst>
          </p:cNvPr>
          <p:cNvSpPr txBox="1"/>
          <p:nvPr/>
        </p:nvSpPr>
        <p:spPr>
          <a:xfrm>
            <a:off x="512646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38463F-CC11-D94F-8937-73B18BCAAC71}"/>
              </a:ext>
            </a:extLst>
          </p:cNvPr>
          <p:cNvSpPr txBox="1"/>
          <p:nvPr/>
        </p:nvSpPr>
        <p:spPr>
          <a:xfrm>
            <a:off x="512646" y="435275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3AF208A-68A8-574D-BBA3-0F254CA4EB18}"/>
              </a:ext>
            </a:extLst>
          </p:cNvPr>
          <p:cNvSpPr txBox="1"/>
          <p:nvPr/>
        </p:nvSpPr>
        <p:spPr>
          <a:xfrm>
            <a:off x="6366710" y="435514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346304-CF9B-034E-9169-7F8A8F912EC8}"/>
              </a:ext>
            </a:extLst>
          </p:cNvPr>
          <p:cNvSpPr txBox="1"/>
          <p:nvPr/>
        </p:nvSpPr>
        <p:spPr>
          <a:xfrm>
            <a:off x="6366710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2D1995-8B29-164C-9905-72E60B3FEFB1}"/>
              </a:ext>
            </a:extLst>
          </p:cNvPr>
          <p:cNvSpPr/>
          <p:nvPr/>
        </p:nvSpPr>
        <p:spPr>
          <a:xfrm>
            <a:off x="3362574" y="4119751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C1B0582C-146C-8E45-9744-2D28C6B1FC97}"/>
              </a:ext>
            </a:extLst>
          </p:cNvPr>
          <p:cNvSpPr/>
          <p:nvPr/>
        </p:nvSpPr>
        <p:spPr>
          <a:xfrm>
            <a:off x="3182440" y="377268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6" name="Lightning Bolt 125">
            <a:extLst>
              <a:ext uri="{FF2B5EF4-FFF2-40B4-BE49-F238E27FC236}">
                <a16:creationId xmlns:a16="http://schemas.microsoft.com/office/drawing/2014/main" id="{E2BE8C6F-CD5F-BA4D-90F5-2F8672E23F97}"/>
              </a:ext>
            </a:extLst>
          </p:cNvPr>
          <p:cNvSpPr/>
          <p:nvPr/>
        </p:nvSpPr>
        <p:spPr>
          <a:xfrm flipH="1">
            <a:off x="3655764" y="3537303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0256D5A2-9FDB-484C-A148-3B9A311385A8}"/>
              </a:ext>
            </a:extLst>
          </p:cNvPr>
          <p:cNvSpPr/>
          <p:nvPr/>
        </p:nvSpPr>
        <p:spPr>
          <a:xfrm>
            <a:off x="2660809" y="374604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14EA5B0-1FBC-5248-8FED-F02A47587C8D}"/>
              </a:ext>
            </a:extLst>
          </p:cNvPr>
          <p:cNvSpPr/>
          <p:nvPr/>
        </p:nvSpPr>
        <p:spPr>
          <a:xfrm rot="10800000">
            <a:off x="965829" y="374311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BB9F2E89-DE1B-A143-968B-1245370F5A4F}"/>
              </a:ext>
            </a:extLst>
          </p:cNvPr>
          <p:cNvSpPr/>
          <p:nvPr/>
        </p:nvSpPr>
        <p:spPr>
          <a:xfrm>
            <a:off x="2532078" y="376451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A69795F8-202E-FB47-823E-0F935DB73C53}"/>
              </a:ext>
            </a:extLst>
          </p:cNvPr>
          <p:cNvSpPr/>
          <p:nvPr/>
        </p:nvSpPr>
        <p:spPr>
          <a:xfrm>
            <a:off x="2394765" y="376352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15A904B1-E0C3-D94A-B1DA-A967480E4662}"/>
              </a:ext>
            </a:extLst>
          </p:cNvPr>
          <p:cNvSpPr/>
          <p:nvPr/>
        </p:nvSpPr>
        <p:spPr>
          <a:xfrm>
            <a:off x="2250773" y="376241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39EF9851-9918-1D4F-87BF-05129B687398}"/>
              </a:ext>
            </a:extLst>
          </p:cNvPr>
          <p:cNvSpPr/>
          <p:nvPr/>
        </p:nvSpPr>
        <p:spPr>
          <a:xfrm>
            <a:off x="2112597" y="376241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5A75275-4A77-AB4B-ABAC-04074B116D52}"/>
              </a:ext>
            </a:extLst>
          </p:cNvPr>
          <p:cNvSpPr/>
          <p:nvPr/>
        </p:nvSpPr>
        <p:spPr>
          <a:xfrm>
            <a:off x="1970943" y="376241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E667186-AD36-C840-923B-566999A0DBF5}"/>
              </a:ext>
            </a:extLst>
          </p:cNvPr>
          <p:cNvSpPr/>
          <p:nvPr/>
        </p:nvSpPr>
        <p:spPr>
          <a:xfrm>
            <a:off x="1839144" y="376421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9CB79699-D0D9-4147-8EC8-B3FB71945504}"/>
              </a:ext>
            </a:extLst>
          </p:cNvPr>
          <p:cNvSpPr/>
          <p:nvPr/>
        </p:nvSpPr>
        <p:spPr>
          <a:xfrm>
            <a:off x="1701493" y="375536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53C7E80-49CA-FB41-9E42-5E1D30D2A923}"/>
              </a:ext>
            </a:extLst>
          </p:cNvPr>
          <p:cNvSpPr/>
          <p:nvPr/>
        </p:nvSpPr>
        <p:spPr>
          <a:xfrm>
            <a:off x="1563317" y="375536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266E50B8-BB1A-1945-B997-31B0D8071C66}"/>
              </a:ext>
            </a:extLst>
          </p:cNvPr>
          <p:cNvSpPr/>
          <p:nvPr/>
        </p:nvSpPr>
        <p:spPr>
          <a:xfrm>
            <a:off x="1421663" y="375536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8" name="Rounded Rectangle 137">
            <a:extLst>
              <a:ext uri="{FF2B5EF4-FFF2-40B4-BE49-F238E27FC236}">
                <a16:creationId xmlns:a16="http://schemas.microsoft.com/office/drawing/2014/main" id="{4BAF3711-7B27-B642-ACCC-67EFC8B1C0A0}"/>
              </a:ext>
            </a:extLst>
          </p:cNvPr>
          <p:cNvSpPr/>
          <p:nvPr/>
        </p:nvSpPr>
        <p:spPr>
          <a:xfrm>
            <a:off x="1289864" y="375716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D8519BC-82C9-E14E-A714-406B5978D17C}"/>
              </a:ext>
            </a:extLst>
          </p:cNvPr>
          <p:cNvSpPr/>
          <p:nvPr/>
        </p:nvSpPr>
        <p:spPr>
          <a:xfrm rot="11058474" flipV="1">
            <a:off x="2928008" y="3796734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AF9695B-C83C-444A-AD62-8319059EEAB2}"/>
              </a:ext>
            </a:extLst>
          </p:cNvPr>
          <p:cNvSpPr/>
          <p:nvPr/>
        </p:nvSpPr>
        <p:spPr>
          <a:xfrm>
            <a:off x="6025018" y="4582975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61625CB0-32C5-1149-ADA8-17CB631762BF}"/>
              </a:ext>
            </a:extLst>
          </p:cNvPr>
          <p:cNvSpPr/>
          <p:nvPr/>
        </p:nvSpPr>
        <p:spPr>
          <a:xfrm rot="10800000">
            <a:off x="4330038" y="4580042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79092BD8-6AF4-C440-9DBF-D451EB1FE43B}"/>
              </a:ext>
            </a:extLst>
          </p:cNvPr>
          <p:cNvSpPr/>
          <p:nvPr/>
        </p:nvSpPr>
        <p:spPr>
          <a:xfrm>
            <a:off x="5896287" y="4601448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C851F96-0BF7-084A-8550-3ABF835E948A}"/>
              </a:ext>
            </a:extLst>
          </p:cNvPr>
          <p:cNvSpPr/>
          <p:nvPr/>
        </p:nvSpPr>
        <p:spPr>
          <a:xfrm>
            <a:off x="5758974" y="4600456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6839930-C962-4644-BFB8-0CC8AF965FC5}"/>
              </a:ext>
            </a:extLst>
          </p:cNvPr>
          <p:cNvSpPr/>
          <p:nvPr/>
        </p:nvSpPr>
        <p:spPr>
          <a:xfrm>
            <a:off x="5614982" y="4599350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54FE2274-C049-D64E-9F3B-DA4F5FE8E3EC}"/>
              </a:ext>
            </a:extLst>
          </p:cNvPr>
          <p:cNvSpPr/>
          <p:nvPr/>
        </p:nvSpPr>
        <p:spPr>
          <a:xfrm>
            <a:off x="5476806" y="4599350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4EBDE17A-5389-9B48-8319-4FD1B8A27E9C}"/>
              </a:ext>
            </a:extLst>
          </p:cNvPr>
          <p:cNvSpPr/>
          <p:nvPr/>
        </p:nvSpPr>
        <p:spPr>
          <a:xfrm>
            <a:off x="5335152" y="4599350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C8F91D67-17A2-5A4F-99D3-87519F12E294}"/>
              </a:ext>
            </a:extLst>
          </p:cNvPr>
          <p:cNvSpPr/>
          <p:nvPr/>
        </p:nvSpPr>
        <p:spPr>
          <a:xfrm>
            <a:off x="5203353" y="4601146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F840673-5733-6449-855E-4B548009708B}"/>
              </a:ext>
            </a:extLst>
          </p:cNvPr>
          <p:cNvSpPr/>
          <p:nvPr/>
        </p:nvSpPr>
        <p:spPr>
          <a:xfrm>
            <a:off x="5065702" y="4592297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BA0BDC06-5139-F742-9F72-BFB7858216AC}"/>
              </a:ext>
            </a:extLst>
          </p:cNvPr>
          <p:cNvSpPr/>
          <p:nvPr/>
        </p:nvSpPr>
        <p:spPr>
          <a:xfrm>
            <a:off x="4927526" y="4592297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401986A-74B0-5D40-AE08-00312FAFF2EE}"/>
              </a:ext>
            </a:extLst>
          </p:cNvPr>
          <p:cNvSpPr/>
          <p:nvPr/>
        </p:nvSpPr>
        <p:spPr>
          <a:xfrm>
            <a:off x="4785872" y="4592297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678E30E6-5024-9B48-AF5D-5A872D176E2B}"/>
              </a:ext>
            </a:extLst>
          </p:cNvPr>
          <p:cNvSpPr/>
          <p:nvPr/>
        </p:nvSpPr>
        <p:spPr>
          <a:xfrm>
            <a:off x="4654073" y="4594093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0FAF83A-FF96-6E40-BFAE-FCAA8F263695}"/>
              </a:ext>
            </a:extLst>
          </p:cNvPr>
          <p:cNvSpPr/>
          <p:nvPr/>
        </p:nvSpPr>
        <p:spPr>
          <a:xfrm rot="787176" flipV="1">
            <a:off x="3908307" y="4757371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CFED20-DC15-8749-8B5F-F183DFDB5A52}"/>
              </a:ext>
            </a:extLst>
          </p:cNvPr>
          <p:cNvSpPr txBox="1"/>
          <p:nvPr/>
        </p:nvSpPr>
        <p:spPr>
          <a:xfrm>
            <a:off x="3932996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84440C8-092B-E841-837D-5EAD0D8C7DC6}"/>
              </a:ext>
            </a:extLst>
          </p:cNvPr>
          <p:cNvSpPr txBox="1"/>
          <p:nvPr/>
        </p:nvSpPr>
        <p:spPr>
          <a:xfrm>
            <a:off x="5646525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400FD-793F-714F-AD66-0D6B0B762190}"/>
              </a:ext>
            </a:extLst>
          </p:cNvPr>
          <p:cNvSpPr txBox="1"/>
          <p:nvPr/>
        </p:nvSpPr>
        <p:spPr>
          <a:xfrm>
            <a:off x="6941115" y="2093899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ZFN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616404-ED4B-B54E-B100-523FA3B736B4}"/>
              </a:ext>
            </a:extLst>
          </p:cNvPr>
          <p:cNvSpPr txBox="1"/>
          <p:nvPr/>
        </p:nvSpPr>
        <p:spPr>
          <a:xfrm>
            <a:off x="6938928" y="4416268"/>
            <a:ext cx="770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TALEN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3486BBD-4B34-D24E-814A-B45E66A17291}"/>
              </a:ext>
            </a:extLst>
          </p:cNvPr>
          <p:cNvCxnSpPr>
            <a:cxnSpLocks/>
          </p:cNvCxnSpPr>
          <p:nvPr/>
        </p:nvCxnSpPr>
        <p:spPr>
          <a:xfrm>
            <a:off x="6904383" y="3346174"/>
            <a:ext cx="5287617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/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7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(4</a:t>
                </a:r>
                <a:r>
                  <a:rPr kumimoji="1" lang="en-US" altLang="zh-CN" baseline="30000" dirty="0"/>
                  <a:t>3</a:t>
                </a:r>
                <a:r>
                  <a:rPr kumimoji="1" lang="en-US" altLang="zh-CN" dirty="0"/>
                  <a:t>/20</a:t>
                </a:r>
                <a:r>
                  <a:rPr kumimoji="1" lang="en-US" altLang="zh-CN" baseline="30000" dirty="0"/>
                  <a:t>7)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Zinc-finger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domain: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assemble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18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36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High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blipFill>
                <a:blip r:embed="rId2"/>
                <a:stretch>
                  <a:fillRect l="-880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/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2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4/400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24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40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Increased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affinity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target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DNA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(higher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  <a:r>
                  <a:rPr kumimoji="1" lang="en-US" altLang="zh-CN" dirty="0"/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Relatively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large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difficult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delivery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blipFill>
                <a:blip r:embed="rId3"/>
                <a:stretch>
                  <a:fillRect l="-870" b="-29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1048925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sequences separated by spacers were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clustered regularly interspaced palindromic repeats.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i="1" dirty="0"/>
              <a:t>…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CRISPR/Cas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0AFED4-7D1E-3A4E-AEE6-D1C253AB207B}"/>
              </a:ext>
            </a:extLst>
          </p:cNvPr>
          <p:cNvGrpSpPr/>
          <p:nvPr/>
        </p:nvGrpSpPr>
        <p:grpSpPr>
          <a:xfrm>
            <a:off x="469900" y="1193800"/>
            <a:ext cx="2133600" cy="2742720"/>
            <a:chOff x="469900" y="1193800"/>
            <a:chExt cx="2133600" cy="2742720"/>
          </a:xfrm>
        </p:grpSpPr>
        <p:pic>
          <p:nvPicPr>
            <p:cNvPr id="9" name="图片 2">
              <a:extLst>
                <a:ext uri="{FF2B5EF4-FFF2-40B4-BE49-F238E27FC236}">
                  <a16:creationId xmlns:a16="http://schemas.microsoft.com/office/drawing/2014/main" id="{C7DF41D5-2B09-854E-BEE2-1356861BEF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56" t="9839" r="44174" b="64598"/>
            <a:stretch/>
          </p:blipFill>
          <p:spPr>
            <a:xfrm>
              <a:off x="469900" y="1193800"/>
              <a:ext cx="1346200" cy="266699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5CFF63-FB26-664A-A547-259094DDD2BE}"/>
                </a:ext>
              </a:extLst>
            </p:cNvPr>
            <p:cNvSpPr/>
            <p:nvPr/>
          </p:nvSpPr>
          <p:spPr>
            <a:xfrm>
              <a:off x="1524000" y="11938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61DD78-F78A-3F47-A347-9AE52DA8EDF1}"/>
                </a:ext>
              </a:extLst>
            </p:cNvPr>
            <p:cNvSpPr/>
            <p:nvPr/>
          </p:nvSpPr>
          <p:spPr>
            <a:xfrm rot="2489708">
              <a:off x="846146" y="3718068"/>
              <a:ext cx="291504" cy="218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4E0E77-9778-134D-9A7B-6B9BFA68EDB1}"/>
                </a:ext>
              </a:extLst>
            </p:cNvPr>
            <p:cNvSpPr/>
            <p:nvPr/>
          </p:nvSpPr>
          <p:spPr>
            <a:xfrm rot="19491949">
              <a:off x="1460500" y="1333500"/>
              <a:ext cx="127000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FF389-BCE1-FF4C-81BB-4D8D55D2D73D}"/>
              </a:ext>
            </a:extLst>
          </p:cNvPr>
          <p:cNvSpPr/>
          <p:nvPr/>
        </p:nvSpPr>
        <p:spPr>
          <a:xfrm rot="2185965">
            <a:off x="699367" y="3471604"/>
            <a:ext cx="731313" cy="2578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75F48-DFE7-2343-8C03-A7E208054D7A}"/>
              </a:ext>
            </a:extLst>
          </p:cNvPr>
          <p:cNvSpPr txBox="1"/>
          <p:nvPr/>
        </p:nvSpPr>
        <p:spPr>
          <a:xfrm>
            <a:off x="1524000" y="1462412"/>
            <a:ext cx="17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bacteria/archaea</a:t>
            </a:r>
            <a:endParaRPr kumimoji="1" lang="zh-CN" alt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970DD0-D81D-BE4E-98C3-686AAC4956BC}"/>
              </a:ext>
            </a:extLst>
          </p:cNvPr>
          <p:cNvCxnSpPr>
            <a:cxnSpLocks/>
          </p:cNvCxnSpPr>
          <p:nvPr/>
        </p:nvCxnSpPr>
        <p:spPr>
          <a:xfrm flipV="1">
            <a:off x="1435782" y="3134771"/>
            <a:ext cx="1167718" cy="56494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D63114-A7F4-3C40-866A-DCE7698C7C97}"/>
              </a:ext>
            </a:extLst>
          </p:cNvPr>
          <p:cNvCxnSpPr>
            <a:cxnSpLocks/>
          </p:cNvCxnSpPr>
          <p:nvPr/>
        </p:nvCxnSpPr>
        <p:spPr>
          <a:xfrm>
            <a:off x="1275636" y="3927433"/>
            <a:ext cx="1238964" cy="29248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436B34-AFD5-3147-AE76-ACBF611762AF}"/>
              </a:ext>
            </a:extLst>
          </p:cNvPr>
          <p:cNvSpPr txBox="1"/>
          <p:nvPr/>
        </p:nvSpPr>
        <p:spPr>
          <a:xfrm>
            <a:off x="167083" y="3779912"/>
            <a:ext cx="95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genome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4BC505-7D49-3442-BA2A-D91259997E6E}"/>
              </a:ext>
            </a:extLst>
          </p:cNvPr>
          <p:cNvCxnSpPr>
            <a:cxnSpLocks/>
          </p:cNvCxnSpPr>
          <p:nvPr/>
        </p:nvCxnSpPr>
        <p:spPr>
          <a:xfrm flipV="1">
            <a:off x="3631913" y="3486746"/>
            <a:ext cx="6349182" cy="2422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9736D4E-5D42-484E-AD5A-4ADC01354AF1}"/>
              </a:ext>
            </a:extLst>
          </p:cNvPr>
          <p:cNvCxnSpPr>
            <a:cxnSpLocks/>
          </p:cNvCxnSpPr>
          <p:nvPr/>
        </p:nvCxnSpPr>
        <p:spPr>
          <a:xfrm flipV="1">
            <a:off x="3631913" y="3817584"/>
            <a:ext cx="6194475" cy="934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85436CA0-0086-E04A-9328-BCCD5DD9B90A}"/>
              </a:ext>
            </a:extLst>
          </p:cNvPr>
          <p:cNvSpPr/>
          <p:nvPr/>
        </p:nvSpPr>
        <p:spPr>
          <a:xfrm>
            <a:off x="7335886" y="3399765"/>
            <a:ext cx="254000" cy="5141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B0CC2B0-9AF1-DA46-96B2-479191B04168}"/>
              </a:ext>
            </a:extLst>
          </p:cNvPr>
          <p:cNvSpPr/>
          <p:nvPr/>
        </p:nvSpPr>
        <p:spPr>
          <a:xfrm>
            <a:off x="7589885" y="3399764"/>
            <a:ext cx="270621" cy="514144"/>
          </a:xfrm>
          <a:prstGeom prst="rect">
            <a:avLst/>
          </a:prstGeom>
          <a:solidFill>
            <a:srgbClr val="715F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</a:t>
            </a:r>
            <a:endParaRPr kumimoji="1" lang="zh-CN" altLang="en-US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6C1FB46-699B-FF43-87F0-1590A905F4A2}"/>
              </a:ext>
            </a:extLst>
          </p:cNvPr>
          <p:cNvSpPr/>
          <p:nvPr/>
        </p:nvSpPr>
        <p:spPr>
          <a:xfrm>
            <a:off x="7852196" y="3399766"/>
            <a:ext cx="262310" cy="5141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797549D-F444-2848-B319-2F0A613E9056}"/>
              </a:ext>
            </a:extLst>
          </p:cNvPr>
          <p:cNvSpPr/>
          <p:nvPr/>
        </p:nvSpPr>
        <p:spPr>
          <a:xfrm>
            <a:off x="8114506" y="3399766"/>
            <a:ext cx="270620" cy="514142"/>
          </a:xfrm>
          <a:prstGeom prst="rect">
            <a:avLst/>
          </a:prstGeom>
          <a:solidFill>
            <a:srgbClr val="A500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</a:t>
            </a:r>
            <a:endParaRPr kumimoji="1" lang="zh-CN" altLang="en-US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ED053AD-965A-014E-9B15-F5A632118BC6}"/>
              </a:ext>
            </a:extLst>
          </p:cNvPr>
          <p:cNvSpPr/>
          <p:nvPr/>
        </p:nvSpPr>
        <p:spPr>
          <a:xfrm>
            <a:off x="8376816" y="3399764"/>
            <a:ext cx="254000" cy="5141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97E2DEE-0D2E-9541-B40D-929EACB9F998}"/>
              </a:ext>
            </a:extLst>
          </p:cNvPr>
          <p:cNvSpPr/>
          <p:nvPr/>
        </p:nvSpPr>
        <p:spPr>
          <a:xfrm>
            <a:off x="8622506" y="3399764"/>
            <a:ext cx="270620" cy="514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3</a:t>
            </a:r>
            <a:endParaRPr kumimoji="1" lang="zh-CN" altLang="en-US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632798-09D8-8E46-B6CE-35B606633E49}"/>
              </a:ext>
            </a:extLst>
          </p:cNvPr>
          <p:cNvSpPr/>
          <p:nvPr/>
        </p:nvSpPr>
        <p:spPr>
          <a:xfrm>
            <a:off x="8893126" y="3399764"/>
            <a:ext cx="279070" cy="5141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A097964-DBAB-D64F-8A5E-EC123FA5DD27}"/>
              </a:ext>
            </a:extLst>
          </p:cNvPr>
          <p:cNvSpPr/>
          <p:nvPr/>
        </p:nvSpPr>
        <p:spPr>
          <a:xfrm>
            <a:off x="9155436" y="3399764"/>
            <a:ext cx="262450" cy="51414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</a:t>
            </a:r>
            <a:endParaRPr kumimoji="1" lang="zh-CN" alt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DDCC95E-5FFF-1643-BE5D-16D00F707556}"/>
              </a:ext>
            </a:extLst>
          </p:cNvPr>
          <p:cNvSpPr/>
          <p:nvPr/>
        </p:nvSpPr>
        <p:spPr>
          <a:xfrm>
            <a:off x="9417886" y="3399764"/>
            <a:ext cx="254000" cy="5141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A8795B-AE22-7940-A357-344CA29B7EB7}"/>
              </a:ext>
            </a:extLst>
          </p:cNvPr>
          <p:cNvSpPr txBox="1"/>
          <p:nvPr/>
        </p:nvSpPr>
        <p:spPr>
          <a:xfrm>
            <a:off x="3213940" y="331489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92C812-C056-3849-BF87-6A725590318C}"/>
              </a:ext>
            </a:extLst>
          </p:cNvPr>
          <p:cNvSpPr txBox="1"/>
          <p:nvPr/>
        </p:nvSpPr>
        <p:spPr>
          <a:xfrm>
            <a:off x="3213940" y="363291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8608ABF-1EC8-CA43-B9F4-24FB92917B59}"/>
              </a:ext>
            </a:extLst>
          </p:cNvPr>
          <p:cNvSpPr txBox="1"/>
          <p:nvPr/>
        </p:nvSpPr>
        <p:spPr>
          <a:xfrm>
            <a:off x="11019545" y="330426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204BB3-F956-E141-B7A2-32296172E424}"/>
              </a:ext>
            </a:extLst>
          </p:cNvPr>
          <p:cNvSpPr txBox="1"/>
          <p:nvPr/>
        </p:nvSpPr>
        <p:spPr>
          <a:xfrm>
            <a:off x="11019545" y="3622285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46876A-2ABA-664A-A01F-3DD9182DE7B0}"/>
              </a:ext>
            </a:extLst>
          </p:cNvPr>
          <p:cNvCxnSpPr>
            <a:cxnSpLocks/>
            <a:stCxn id="67" idx="0"/>
            <a:endCxn id="87" idx="2"/>
          </p:cNvCxnSpPr>
          <p:nvPr/>
        </p:nvCxnSpPr>
        <p:spPr>
          <a:xfrm flipV="1">
            <a:off x="7462886" y="2827754"/>
            <a:ext cx="1825603" cy="57201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F963DF1-A0D5-0C4A-888B-90A6A1934634}"/>
              </a:ext>
            </a:extLst>
          </p:cNvPr>
          <p:cNvSpPr txBox="1"/>
          <p:nvPr/>
        </p:nvSpPr>
        <p:spPr>
          <a:xfrm>
            <a:off x="8843655" y="2458422"/>
            <a:ext cx="889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repeats</a:t>
            </a:r>
            <a:endParaRPr kumimoji="1" lang="zh-CN" alt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95F511-432D-1842-9F5A-BA5861401D7D}"/>
              </a:ext>
            </a:extLst>
          </p:cNvPr>
          <p:cNvCxnSpPr>
            <a:cxnSpLocks/>
            <a:stCxn id="70" idx="0"/>
            <a:endCxn id="87" idx="2"/>
          </p:cNvCxnSpPr>
          <p:nvPr/>
        </p:nvCxnSpPr>
        <p:spPr>
          <a:xfrm flipV="1">
            <a:off x="7983351" y="2827754"/>
            <a:ext cx="1305138" cy="57201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AE500B6-3B47-8A40-9351-86F0BF57EE1B}"/>
              </a:ext>
            </a:extLst>
          </p:cNvPr>
          <p:cNvCxnSpPr>
            <a:cxnSpLocks/>
            <a:stCxn id="72" idx="0"/>
            <a:endCxn id="87" idx="2"/>
          </p:cNvCxnSpPr>
          <p:nvPr/>
        </p:nvCxnSpPr>
        <p:spPr>
          <a:xfrm flipV="1">
            <a:off x="8503816" y="2827754"/>
            <a:ext cx="784673" cy="5720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22F8364C-2F88-EE4A-A9C2-4B2E959B067D}"/>
              </a:ext>
            </a:extLst>
          </p:cNvPr>
          <p:cNvCxnSpPr>
            <a:cxnSpLocks/>
            <a:stCxn id="74" idx="0"/>
            <a:endCxn id="87" idx="2"/>
          </p:cNvCxnSpPr>
          <p:nvPr/>
        </p:nvCxnSpPr>
        <p:spPr>
          <a:xfrm flipV="1">
            <a:off x="9032661" y="2827754"/>
            <a:ext cx="255828" cy="5720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880FFE0-661A-3448-BBB8-A0CE24E77A44}"/>
              </a:ext>
            </a:extLst>
          </p:cNvPr>
          <p:cNvCxnSpPr>
            <a:cxnSpLocks/>
            <a:stCxn id="76" idx="0"/>
            <a:endCxn id="87" idx="2"/>
          </p:cNvCxnSpPr>
          <p:nvPr/>
        </p:nvCxnSpPr>
        <p:spPr>
          <a:xfrm flipH="1" flipV="1">
            <a:off x="9288489" y="2827754"/>
            <a:ext cx="256397" cy="5720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7DA0C4E-3F93-EB49-82A6-A7DE34778888}"/>
              </a:ext>
            </a:extLst>
          </p:cNvPr>
          <p:cNvCxnSpPr>
            <a:cxnSpLocks/>
            <a:stCxn id="69" idx="2"/>
            <a:endCxn id="111" idx="0"/>
          </p:cNvCxnSpPr>
          <p:nvPr/>
        </p:nvCxnSpPr>
        <p:spPr>
          <a:xfrm>
            <a:off x="7725196" y="3913908"/>
            <a:ext cx="1561465" cy="5132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DCC8985-763D-9E43-8956-25AF75A7B67D}"/>
              </a:ext>
            </a:extLst>
          </p:cNvPr>
          <p:cNvSpPr txBox="1"/>
          <p:nvPr/>
        </p:nvSpPr>
        <p:spPr>
          <a:xfrm>
            <a:off x="8843655" y="4427204"/>
            <a:ext cx="8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spacers</a:t>
            </a:r>
            <a:endParaRPr kumimoji="1" lang="zh-CN" alt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26A542C-C401-CA41-9F85-2D2CDD1BB540}"/>
              </a:ext>
            </a:extLst>
          </p:cNvPr>
          <p:cNvCxnSpPr>
            <a:cxnSpLocks/>
            <a:stCxn id="71" idx="2"/>
            <a:endCxn id="111" idx="0"/>
          </p:cNvCxnSpPr>
          <p:nvPr/>
        </p:nvCxnSpPr>
        <p:spPr>
          <a:xfrm>
            <a:off x="8249816" y="3913908"/>
            <a:ext cx="1036845" cy="5132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20B4719-EA44-A64B-AE4E-BB1F1B9B5999}"/>
              </a:ext>
            </a:extLst>
          </p:cNvPr>
          <p:cNvCxnSpPr>
            <a:cxnSpLocks/>
            <a:stCxn id="73" idx="2"/>
            <a:endCxn id="111" idx="0"/>
          </p:cNvCxnSpPr>
          <p:nvPr/>
        </p:nvCxnSpPr>
        <p:spPr>
          <a:xfrm>
            <a:off x="8757816" y="3913906"/>
            <a:ext cx="528845" cy="51329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D1578F-ACDD-5447-B5C2-780542BD1346}"/>
              </a:ext>
            </a:extLst>
          </p:cNvPr>
          <p:cNvCxnSpPr>
            <a:cxnSpLocks/>
            <a:stCxn id="75" idx="2"/>
            <a:endCxn id="111" idx="0"/>
          </p:cNvCxnSpPr>
          <p:nvPr/>
        </p:nvCxnSpPr>
        <p:spPr>
          <a:xfrm>
            <a:off x="9286661" y="3913906"/>
            <a:ext cx="0" cy="51329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B720AA2-644C-B641-A1E6-025F70AF4380}"/>
              </a:ext>
            </a:extLst>
          </p:cNvPr>
          <p:cNvSpPr/>
          <p:nvPr/>
        </p:nvSpPr>
        <p:spPr>
          <a:xfrm>
            <a:off x="10484764" y="3399764"/>
            <a:ext cx="254000" cy="5141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</a:t>
            </a:r>
            <a:endParaRPr kumimoji="1" lang="zh-CN" altLang="en-US" dirty="0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3D1811B-327D-5C46-9623-08D58AE55E6B}"/>
              </a:ext>
            </a:extLst>
          </p:cNvPr>
          <p:cNvCxnSpPr>
            <a:cxnSpLocks/>
          </p:cNvCxnSpPr>
          <p:nvPr/>
        </p:nvCxnSpPr>
        <p:spPr>
          <a:xfrm flipV="1">
            <a:off x="9797495" y="3429000"/>
            <a:ext cx="201530" cy="431799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24161C98-DF43-AF45-A3FD-D6696BCFFBCF}"/>
              </a:ext>
            </a:extLst>
          </p:cNvPr>
          <p:cNvCxnSpPr>
            <a:cxnSpLocks/>
          </p:cNvCxnSpPr>
          <p:nvPr/>
        </p:nvCxnSpPr>
        <p:spPr>
          <a:xfrm flipV="1">
            <a:off x="9914875" y="3440935"/>
            <a:ext cx="201530" cy="431799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2D3332EB-8891-574E-9643-62EDAA7FAEF7}"/>
              </a:ext>
            </a:extLst>
          </p:cNvPr>
          <p:cNvCxnSpPr>
            <a:cxnSpLocks/>
          </p:cNvCxnSpPr>
          <p:nvPr/>
        </p:nvCxnSpPr>
        <p:spPr>
          <a:xfrm>
            <a:off x="10095139" y="3486744"/>
            <a:ext cx="924446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49F9773-4F04-3647-9F75-EF6E44D637D4}"/>
              </a:ext>
            </a:extLst>
          </p:cNvPr>
          <p:cNvCxnSpPr>
            <a:cxnSpLocks/>
          </p:cNvCxnSpPr>
          <p:nvPr/>
        </p:nvCxnSpPr>
        <p:spPr>
          <a:xfrm>
            <a:off x="9949196" y="3806951"/>
            <a:ext cx="1070389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06B7359A-A121-A343-804C-C794A6493CD0}"/>
              </a:ext>
            </a:extLst>
          </p:cNvPr>
          <p:cNvCxnSpPr>
            <a:cxnSpLocks/>
            <a:stCxn id="139" idx="0"/>
            <a:endCxn id="87" idx="2"/>
          </p:cNvCxnSpPr>
          <p:nvPr/>
        </p:nvCxnSpPr>
        <p:spPr>
          <a:xfrm flipH="1" flipV="1">
            <a:off x="9288489" y="2827754"/>
            <a:ext cx="1323275" cy="5720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F33367D-FD4E-F94C-8D40-6DBB2B05F3E4}"/>
              </a:ext>
            </a:extLst>
          </p:cNvPr>
          <p:cNvSpPr/>
          <p:nvPr/>
        </p:nvSpPr>
        <p:spPr>
          <a:xfrm>
            <a:off x="10222314" y="3399763"/>
            <a:ext cx="262450" cy="51414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n</a:t>
            </a:r>
            <a:endParaRPr kumimoji="1" lang="zh-CN" altLang="en-US" dirty="0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030BFE4A-A3C1-044D-822A-29BE795E50B4}"/>
              </a:ext>
            </a:extLst>
          </p:cNvPr>
          <p:cNvCxnSpPr>
            <a:cxnSpLocks/>
            <a:stCxn id="162" idx="2"/>
            <a:endCxn id="111" idx="0"/>
          </p:cNvCxnSpPr>
          <p:nvPr/>
        </p:nvCxnSpPr>
        <p:spPr>
          <a:xfrm flipH="1">
            <a:off x="9286661" y="3913905"/>
            <a:ext cx="1066878" cy="51329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7699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CRISPR/Cas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8719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 as an Adaptive Immune System in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lang="en-US" sz="32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Prokaryotes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dirty="0"/>
              <a:t>Primary immune response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969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8719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 as an Adaptive Immune System in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lang="en-US" sz="32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Prokaryotes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dirty="0"/>
              <a:t>Secondary immune response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597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986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Engineer CRISPR/Cas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i="1" dirty="0"/>
              <a:t>TODO</a:t>
            </a:r>
            <a:endParaRPr kumimoji="1" lang="en-US" altLang="zh-CN" i="1" dirty="0"/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8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Nucleases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213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6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Transposes/Recombinases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7205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Presents and Future of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3466478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2761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Next…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590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C99A35-03CA-AA4C-97B4-F65563637F41}"/>
              </a:ext>
            </a:extLst>
          </p:cNvPr>
          <p:cNvSpPr txBox="1"/>
          <p:nvPr/>
        </p:nvSpPr>
        <p:spPr>
          <a:xfrm>
            <a:off x="862148" y="1240971"/>
            <a:ext cx="1113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Lander ES. The Heroes of CRISPR. Cell. 2016 Jan 14;164(1-2):18-28.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10.1016/j.cell.2015.12.041. PMID: 26771483.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6808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18602</TotalTime>
  <Words>914</Words>
  <Application>Microsoft Macintosh PowerPoint</Application>
  <PresentationFormat>Widescreen</PresentationFormat>
  <Paragraphs>242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BlinkMacSystemFont</vt:lpstr>
      <vt:lpstr>system-ui</vt:lpstr>
      <vt:lpstr>Arial</vt:lpstr>
      <vt:lpstr>Calibri</vt:lpstr>
      <vt:lpstr>Calibri Light</vt:lpstr>
      <vt:lpstr>Cambria Math</vt:lpstr>
      <vt:lpstr>Wingdings</vt:lpstr>
      <vt:lpstr>Office Theme</vt:lpstr>
      <vt:lpstr>Genome Editing: Past, Present and 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485</cp:revision>
  <dcterms:created xsi:type="dcterms:W3CDTF">2024-09-08T14:28:50Z</dcterms:created>
  <dcterms:modified xsi:type="dcterms:W3CDTF">2025-04-03T13:31:56Z</dcterms:modified>
</cp:coreProperties>
</file>